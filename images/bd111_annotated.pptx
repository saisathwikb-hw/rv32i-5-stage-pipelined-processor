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00FA2D-37D3-4236-9D42-674AD721A8CE}" v="9" dt="2026-07-17T12:15:34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776" y="10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thwik" userId="83825f682e06fb7b" providerId="LiveId" clId="{392B584D-CCA4-4D5F-9CBC-264400E4991B}"/>
    <pc:docChg chg="undo custSel modSld">
      <pc:chgData name="sai sathwik" userId="83825f682e06fb7b" providerId="LiveId" clId="{392B584D-CCA4-4D5F-9CBC-264400E4991B}" dt="2026-07-17T12:19:10.342" v="821" actId="1076"/>
      <pc:docMkLst>
        <pc:docMk/>
      </pc:docMkLst>
      <pc:sldChg chg="addSp delSp modSp mod">
        <pc:chgData name="sai sathwik" userId="83825f682e06fb7b" providerId="LiveId" clId="{392B584D-CCA4-4D5F-9CBC-264400E4991B}" dt="2026-07-17T12:19:10.342" v="821" actId="1076"/>
        <pc:sldMkLst>
          <pc:docMk/>
          <pc:sldMk cId="528363569" sldId="256"/>
        </pc:sldMkLst>
        <pc:spChg chg="add mod">
          <ac:chgData name="sai sathwik" userId="83825f682e06fb7b" providerId="LiveId" clId="{392B584D-CCA4-4D5F-9CBC-264400E4991B}" dt="2026-07-17T11:26:28.388" v="43" actId="1076"/>
          <ac:spMkLst>
            <pc:docMk/>
            <pc:sldMk cId="528363569" sldId="256"/>
            <ac:spMk id="4" creationId="{6769FF9D-FD0B-483A-C816-FD249412992C}"/>
          </ac:spMkLst>
        </pc:spChg>
        <pc:spChg chg="add mod">
          <ac:chgData name="sai sathwik" userId="83825f682e06fb7b" providerId="LiveId" clId="{392B584D-CCA4-4D5F-9CBC-264400E4991B}" dt="2026-07-17T11:43:05.551" v="199" actId="1076"/>
          <ac:spMkLst>
            <pc:docMk/>
            <pc:sldMk cId="528363569" sldId="256"/>
            <ac:spMk id="6" creationId="{778F90A9-543D-D0D2-26BE-0EDDB88B42D0}"/>
          </ac:spMkLst>
        </pc:spChg>
        <pc:spChg chg="add mod">
          <ac:chgData name="sai sathwik" userId="83825f682e06fb7b" providerId="LiveId" clId="{392B584D-CCA4-4D5F-9CBC-264400E4991B}" dt="2026-07-17T11:29:24.190" v="75" actId="20577"/>
          <ac:spMkLst>
            <pc:docMk/>
            <pc:sldMk cId="528363569" sldId="256"/>
            <ac:spMk id="8" creationId="{0D97C3C7-1314-D05C-18BC-1975AE3C3492}"/>
          </ac:spMkLst>
        </pc:spChg>
        <pc:spChg chg="mod">
          <ac:chgData name="sai sathwik" userId="83825f682e06fb7b" providerId="LiveId" clId="{392B584D-CCA4-4D5F-9CBC-264400E4991B}" dt="2026-07-17T12:01:10.505" v="454" actId="1076"/>
          <ac:spMkLst>
            <pc:docMk/>
            <pc:sldMk cId="528363569" sldId="256"/>
            <ac:spMk id="16" creationId="{910F6113-4F48-1ED8-BD7B-5807E8CF753E}"/>
          </ac:spMkLst>
        </pc:spChg>
        <pc:spChg chg="add mod">
          <ac:chgData name="sai sathwik" userId="83825f682e06fb7b" providerId="LiveId" clId="{392B584D-CCA4-4D5F-9CBC-264400E4991B}" dt="2026-07-17T11:29:11.519" v="72" actId="20577"/>
          <ac:spMkLst>
            <pc:docMk/>
            <pc:sldMk cId="528363569" sldId="256"/>
            <ac:spMk id="18" creationId="{9EA96670-2F54-CEF7-96B9-F301E28EB829}"/>
          </ac:spMkLst>
        </pc:spChg>
        <pc:spChg chg="add mod">
          <ac:chgData name="sai sathwik" userId="83825f682e06fb7b" providerId="LiveId" clId="{392B584D-CCA4-4D5F-9CBC-264400E4991B}" dt="2026-07-17T11:28:59.245" v="67" actId="20577"/>
          <ac:spMkLst>
            <pc:docMk/>
            <pc:sldMk cId="528363569" sldId="256"/>
            <ac:spMk id="23" creationId="{B9CAD9C1-858F-4062-3486-060933C0029F}"/>
          </ac:spMkLst>
        </pc:spChg>
        <pc:spChg chg="add mod">
          <ac:chgData name="sai sathwik" userId="83825f682e06fb7b" providerId="LiveId" clId="{392B584D-CCA4-4D5F-9CBC-264400E4991B}" dt="2026-07-17T11:30:00.232" v="82" actId="1076"/>
          <ac:spMkLst>
            <pc:docMk/>
            <pc:sldMk cId="528363569" sldId="256"/>
            <ac:spMk id="27" creationId="{6B279D47-B653-CD68-CC85-A23826158FD9}"/>
          </ac:spMkLst>
        </pc:spChg>
        <pc:spChg chg="add mod">
          <ac:chgData name="sai sathwik" userId="83825f682e06fb7b" providerId="LiveId" clId="{392B584D-CCA4-4D5F-9CBC-264400E4991B}" dt="2026-07-17T11:30:53.740" v="89" actId="20577"/>
          <ac:spMkLst>
            <pc:docMk/>
            <pc:sldMk cId="528363569" sldId="256"/>
            <ac:spMk id="31" creationId="{DE8ACDE0-E399-F2AA-329A-7FF3A6407883}"/>
          </ac:spMkLst>
        </pc:spChg>
        <pc:spChg chg="add del">
          <ac:chgData name="sai sathwik" userId="83825f682e06fb7b" providerId="LiveId" clId="{392B584D-CCA4-4D5F-9CBC-264400E4991B}" dt="2026-07-17T11:32:46.159" v="100" actId="478"/>
          <ac:spMkLst>
            <pc:docMk/>
            <pc:sldMk cId="528363569" sldId="256"/>
            <ac:spMk id="34" creationId="{B617BBE3-AA45-FC28-7BCA-483BB5E6FF59}"/>
          </ac:spMkLst>
        </pc:spChg>
        <pc:spChg chg="add mod">
          <ac:chgData name="sai sathwik" userId="83825f682e06fb7b" providerId="LiveId" clId="{392B584D-CCA4-4D5F-9CBC-264400E4991B}" dt="2026-07-17T11:34:31.195" v="114" actId="20577"/>
          <ac:spMkLst>
            <pc:docMk/>
            <pc:sldMk cId="528363569" sldId="256"/>
            <ac:spMk id="36" creationId="{DB7AAA64-3484-FD69-D8D7-AEE93A29CB7F}"/>
          </ac:spMkLst>
        </pc:spChg>
        <pc:spChg chg="mod">
          <ac:chgData name="sai sathwik" userId="83825f682e06fb7b" providerId="LiveId" clId="{392B584D-CCA4-4D5F-9CBC-264400E4991B}" dt="2026-07-17T12:18:53.815" v="817" actId="1076"/>
          <ac:spMkLst>
            <pc:docMk/>
            <pc:sldMk cId="528363569" sldId="256"/>
            <ac:spMk id="46" creationId="{60E67D3A-99F7-E05E-B807-25F93C5E2F27}"/>
          </ac:spMkLst>
        </pc:spChg>
        <pc:spChg chg="add mod">
          <ac:chgData name="sai sathwik" userId="83825f682e06fb7b" providerId="LiveId" clId="{392B584D-CCA4-4D5F-9CBC-264400E4991B}" dt="2026-07-17T11:40:03.417" v="154" actId="1076"/>
          <ac:spMkLst>
            <pc:docMk/>
            <pc:sldMk cId="528363569" sldId="256"/>
            <ac:spMk id="60" creationId="{767905D3-7E75-ACC6-8C99-7E404E9FB8E7}"/>
          </ac:spMkLst>
        </pc:spChg>
        <pc:spChg chg="add mod">
          <ac:chgData name="sai sathwik" userId="83825f682e06fb7b" providerId="LiveId" clId="{392B584D-CCA4-4D5F-9CBC-264400E4991B}" dt="2026-07-17T11:55:43.507" v="355" actId="1076"/>
          <ac:spMkLst>
            <pc:docMk/>
            <pc:sldMk cId="528363569" sldId="256"/>
            <ac:spMk id="69" creationId="{65514929-3B5E-7B15-0A2B-C0C9AD3D5B3C}"/>
          </ac:spMkLst>
        </pc:spChg>
        <pc:spChg chg="add mod">
          <ac:chgData name="sai sathwik" userId="83825f682e06fb7b" providerId="LiveId" clId="{392B584D-CCA4-4D5F-9CBC-264400E4991B}" dt="2026-07-17T11:49:12.593" v="246" actId="1076"/>
          <ac:spMkLst>
            <pc:docMk/>
            <pc:sldMk cId="528363569" sldId="256"/>
            <ac:spMk id="89" creationId="{B00371B1-57A8-E9E8-76F0-221EAA3E7CC4}"/>
          </ac:spMkLst>
        </pc:spChg>
        <pc:spChg chg="add mod">
          <ac:chgData name="sai sathwik" userId="83825f682e06fb7b" providerId="LiveId" clId="{392B584D-CCA4-4D5F-9CBC-264400E4991B}" dt="2026-07-17T11:49:53.271" v="252" actId="1076"/>
          <ac:spMkLst>
            <pc:docMk/>
            <pc:sldMk cId="528363569" sldId="256"/>
            <ac:spMk id="90" creationId="{EE99E30A-E86E-A80A-81AC-050857285078}"/>
          </ac:spMkLst>
        </pc:spChg>
        <pc:spChg chg="add mod">
          <ac:chgData name="sai sathwik" userId="83825f682e06fb7b" providerId="LiveId" clId="{392B584D-CCA4-4D5F-9CBC-264400E4991B}" dt="2026-07-17T11:50:42.530" v="266" actId="1076"/>
          <ac:spMkLst>
            <pc:docMk/>
            <pc:sldMk cId="528363569" sldId="256"/>
            <ac:spMk id="92" creationId="{78CFB104-78B6-C852-FF88-19643E916349}"/>
          </ac:spMkLst>
        </pc:spChg>
        <pc:spChg chg="add mod">
          <ac:chgData name="sai sathwik" userId="83825f682e06fb7b" providerId="LiveId" clId="{392B584D-CCA4-4D5F-9CBC-264400E4991B}" dt="2026-07-17T11:50:26.715" v="262" actId="20577"/>
          <ac:spMkLst>
            <pc:docMk/>
            <pc:sldMk cId="528363569" sldId="256"/>
            <ac:spMk id="94" creationId="{B74819AE-AD57-7496-BA3B-6E7DAFE2D40C}"/>
          </ac:spMkLst>
        </pc:spChg>
        <pc:spChg chg="add mod">
          <ac:chgData name="sai sathwik" userId="83825f682e06fb7b" providerId="LiveId" clId="{392B584D-CCA4-4D5F-9CBC-264400E4991B}" dt="2026-07-17T11:50:35.210" v="265" actId="20577"/>
          <ac:spMkLst>
            <pc:docMk/>
            <pc:sldMk cId="528363569" sldId="256"/>
            <ac:spMk id="97" creationId="{18481582-54E0-5099-605F-27C825F3376C}"/>
          </ac:spMkLst>
        </pc:spChg>
        <pc:spChg chg="add mod">
          <ac:chgData name="sai sathwik" userId="83825f682e06fb7b" providerId="LiveId" clId="{392B584D-CCA4-4D5F-9CBC-264400E4991B}" dt="2026-07-17T11:51:40.961" v="284" actId="20577"/>
          <ac:spMkLst>
            <pc:docMk/>
            <pc:sldMk cId="528363569" sldId="256"/>
            <ac:spMk id="101" creationId="{0F8AB362-C792-5C8E-F6CB-CAB76B3F001A}"/>
          </ac:spMkLst>
        </pc:spChg>
        <pc:spChg chg="add mod">
          <ac:chgData name="sai sathwik" userId="83825f682e06fb7b" providerId="LiveId" clId="{392B584D-CCA4-4D5F-9CBC-264400E4991B}" dt="2026-07-17T11:51:45.312" v="286" actId="20577"/>
          <ac:spMkLst>
            <pc:docMk/>
            <pc:sldMk cId="528363569" sldId="256"/>
            <ac:spMk id="105" creationId="{011A14B3-C861-3CCD-6F4E-903A0420D3D6}"/>
          </ac:spMkLst>
        </pc:spChg>
        <pc:spChg chg="add mod">
          <ac:chgData name="sai sathwik" userId="83825f682e06fb7b" providerId="LiveId" clId="{392B584D-CCA4-4D5F-9CBC-264400E4991B}" dt="2026-07-17T12:02:51.541" v="481" actId="1076"/>
          <ac:spMkLst>
            <pc:docMk/>
            <pc:sldMk cId="528363569" sldId="256"/>
            <ac:spMk id="109" creationId="{B462E0D7-26B9-248C-6440-653EB6403AC9}"/>
          </ac:spMkLst>
        </pc:spChg>
        <pc:spChg chg="add mod">
          <ac:chgData name="sai sathwik" userId="83825f682e06fb7b" providerId="LiveId" clId="{392B584D-CCA4-4D5F-9CBC-264400E4991B}" dt="2026-07-17T12:02:48.471" v="480" actId="1076"/>
          <ac:spMkLst>
            <pc:docMk/>
            <pc:sldMk cId="528363569" sldId="256"/>
            <ac:spMk id="112" creationId="{20F1F290-3E66-8D6B-B469-8151892B307D}"/>
          </ac:spMkLst>
        </pc:spChg>
        <pc:spChg chg="add mod">
          <ac:chgData name="sai sathwik" userId="83825f682e06fb7b" providerId="LiveId" clId="{392B584D-CCA4-4D5F-9CBC-264400E4991B}" dt="2026-07-17T11:53:14.927" v="319" actId="1076"/>
          <ac:spMkLst>
            <pc:docMk/>
            <pc:sldMk cId="528363569" sldId="256"/>
            <ac:spMk id="115" creationId="{23D2A3D6-AF69-8A69-49A3-28D4B98CAAA5}"/>
          </ac:spMkLst>
        </pc:spChg>
        <pc:spChg chg="add mod">
          <ac:chgData name="sai sathwik" userId="83825f682e06fb7b" providerId="LiveId" clId="{392B584D-CCA4-4D5F-9CBC-264400E4991B}" dt="2026-07-17T11:53:02.945" v="317" actId="1076"/>
          <ac:spMkLst>
            <pc:docMk/>
            <pc:sldMk cId="528363569" sldId="256"/>
            <ac:spMk id="119" creationId="{FC4AA3B3-D8A4-1D13-6870-FD3D2CD0B0E1}"/>
          </ac:spMkLst>
        </pc:spChg>
        <pc:spChg chg="add mod">
          <ac:chgData name="sai sathwik" userId="83825f682e06fb7b" providerId="LiveId" clId="{392B584D-CCA4-4D5F-9CBC-264400E4991B}" dt="2026-07-17T11:54:48.744" v="340" actId="1076"/>
          <ac:spMkLst>
            <pc:docMk/>
            <pc:sldMk cId="528363569" sldId="256"/>
            <ac:spMk id="125" creationId="{2E9C4225-4F9C-D90D-2E97-5FBF61F25757}"/>
          </ac:spMkLst>
        </pc:spChg>
        <pc:spChg chg="add mod">
          <ac:chgData name="sai sathwik" userId="83825f682e06fb7b" providerId="LiveId" clId="{392B584D-CCA4-4D5F-9CBC-264400E4991B}" dt="2026-07-17T11:55:01.823" v="348" actId="20577"/>
          <ac:spMkLst>
            <pc:docMk/>
            <pc:sldMk cId="528363569" sldId="256"/>
            <ac:spMk id="127" creationId="{7977E977-60B5-CDC2-C145-D47AD3B73F76}"/>
          </ac:spMkLst>
        </pc:spChg>
        <pc:spChg chg="add mod">
          <ac:chgData name="sai sathwik" userId="83825f682e06fb7b" providerId="LiveId" clId="{392B584D-CCA4-4D5F-9CBC-264400E4991B}" dt="2026-07-17T11:55:54.343" v="358" actId="20577"/>
          <ac:spMkLst>
            <pc:docMk/>
            <pc:sldMk cId="528363569" sldId="256"/>
            <ac:spMk id="130" creationId="{AB34BAC6-4EAA-3A3E-3D32-E36752FF2B3A}"/>
          </ac:spMkLst>
        </pc:spChg>
        <pc:spChg chg="add mod">
          <ac:chgData name="sai sathwik" userId="83825f682e06fb7b" providerId="LiveId" clId="{392B584D-CCA4-4D5F-9CBC-264400E4991B}" dt="2026-07-17T11:56:57.518" v="385" actId="1076"/>
          <ac:spMkLst>
            <pc:docMk/>
            <pc:sldMk cId="528363569" sldId="256"/>
            <ac:spMk id="132" creationId="{3054DDE3-D0EA-2DB1-AA51-EE19675EF3AE}"/>
          </ac:spMkLst>
        </pc:spChg>
        <pc:spChg chg="add mod">
          <ac:chgData name="sai sathwik" userId="83825f682e06fb7b" providerId="LiveId" clId="{392B584D-CCA4-4D5F-9CBC-264400E4991B}" dt="2026-07-17T12:00:19.018" v="431" actId="255"/>
          <ac:spMkLst>
            <pc:docMk/>
            <pc:sldMk cId="528363569" sldId="256"/>
            <ac:spMk id="135" creationId="{47FBD68F-8FD5-BEE2-BC5B-184BF17FC30E}"/>
          </ac:spMkLst>
        </pc:spChg>
        <pc:spChg chg="add mod">
          <ac:chgData name="sai sathwik" userId="83825f682e06fb7b" providerId="LiveId" clId="{392B584D-CCA4-4D5F-9CBC-264400E4991B}" dt="2026-07-17T11:56:40.738" v="375" actId="20577"/>
          <ac:spMkLst>
            <pc:docMk/>
            <pc:sldMk cId="528363569" sldId="256"/>
            <ac:spMk id="138" creationId="{EC173A05-90E5-0711-4CA4-F6D3CF9676F0}"/>
          </ac:spMkLst>
        </pc:spChg>
        <pc:spChg chg="add mod">
          <ac:chgData name="sai sathwik" userId="83825f682e06fb7b" providerId="LiveId" clId="{392B584D-CCA4-4D5F-9CBC-264400E4991B}" dt="2026-07-17T11:56:37.203" v="372" actId="20577"/>
          <ac:spMkLst>
            <pc:docMk/>
            <pc:sldMk cId="528363569" sldId="256"/>
            <ac:spMk id="140" creationId="{F3AEEFC5-3FF6-AC2F-3E93-4151D96F6E81}"/>
          </ac:spMkLst>
        </pc:spChg>
        <pc:spChg chg="add mod">
          <ac:chgData name="sai sathwik" userId="83825f682e06fb7b" providerId="LiveId" clId="{392B584D-CCA4-4D5F-9CBC-264400E4991B}" dt="2026-07-17T11:57:55.012" v="399" actId="1076"/>
          <ac:spMkLst>
            <pc:docMk/>
            <pc:sldMk cId="528363569" sldId="256"/>
            <ac:spMk id="146" creationId="{68D46F81-F69D-757A-86EC-80A27FA56EBC}"/>
          </ac:spMkLst>
        </pc:spChg>
        <pc:spChg chg="add mod">
          <ac:chgData name="sai sathwik" userId="83825f682e06fb7b" providerId="LiveId" clId="{392B584D-CCA4-4D5F-9CBC-264400E4991B}" dt="2026-07-17T11:58:09.590" v="403" actId="20577"/>
          <ac:spMkLst>
            <pc:docMk/>
            <pc:sldMk cId="528363569" sldId="256"/>
            <ac:spMk id="149" creationId="{0CC02503-F63B-66CE-7CE0-85232749F23B}"/>
          </ac:spMkLst>
        </pc:spChg>
        <pc:spChg chg="add mod">
          <ac:chgData name="sai sathwik" userId="83825f682e06fb7b" providerId="LiveId" clId="{392B584D-CCA4-4D5F-9CBC-264400E4991B}" dt="2026-07-17T11:58:25.346" v="408" actId="20577"/>
          <ac:spMkLst>
            <pc:docMk/>
            <pc:sldMk cId="528363569" sldId="256"/>
            <ac:spMk id="153" creationId="{92EA4E4A-4189-2DBA-827B-BC30A8C993F3}"/>
          </ac:spMkLst>
        </pc:spChg>
        <pc:spChg chg="add mod">
          <ac:chgData name="sai sathwik" userId="83825f682e06fb7b" providerId="LiveId" clId="{392B584D-CCA4-4D5F-9CBC-264400E4991B}" dt="2026-07-17T11:58:45.775" v="413" actId="1076"/>
          <ac:spMkLst>
            <pc:docMk/>
            <pc:sldMk cId="528363569" sldId="256"/>
            <ac:spMk id="155" creationId="{09693199-646A-41DF-27FB-2155E8292A64}"/>
          </ac:spMkLst>
        </pc:spChg>
        <pc:spChg chg="add mod">
          <ac:chgData name="sai sathwik" userId="83825f682e06fb7b" providerId="LiveId" clId="{392B584D-CCA4-4D5F-9CBC-264400E4991B}" dt="2026-07-17T11:59:47.955" v="424" actId="1076"/>
          <ac:spMkLst>
            <pc:docMk/>
            <pc:sldMk cId="528363569" sldId="256"/>
            <ac:spMk id="158" creationId="{30F7FFF4-7979-5D6E-18F5-709C69D68D33}"/>
          </ac:spMkLst>
        </pc:spChg>
        <pc:spChg chg="add mod">
          <ac:chgData name="sai sathwik" userId="83825f682e06fb7b" providerId="LiveId" clId="{392B584D-CCA4-4D5F-9CBC-264400E4991B}" dt="2026-07-17T12:01:00.363" v="447" actId="20577"/>
          <ac:spMkLst>
            <pc:docMk/>
            <pc:sldMk cId="528363569" sldId="256"/>
            <ac:spMk id="162" creationId="{16F93ED5-8799-CE1D-FEB4-D78DF2D1B17F}"/>
          </ac:spMkLst>
        </pc:spChg>
        <pc:spChg chg="add del mod">
          <ac:chgData name="sai sathwik" userId="83825f682e06fb7b" providerId="LiveId" clId="{392B584D-CCA4-4D5F-9CBC-264400E4991B}" dt="2026-07-17T12:00:44.369" v="438" actId="571"/>
          <ac:spMkLst>
            <pc:docMk/>
            <pc:sldMk cId="528363569" sldId="256"/>
            <ac:spMk id="163" creationId="{717EC932-E1A3-FE72-7FFD-FA727DD865A5}"/>
          </ac:spMkLst>
        </pc:spChg>
        <pc:spChg chg="add mod">
          <ac:chgData name="sai sathwik" userId="83825f682e06fb7b" providerId="LiveId" clId="{392B584D-CCA4-4D5F-9CBC-264400E4991B}" dt="2026-07-17T12:01:03.869" v="451" actId="20577"/>
          <ac:spMkLst>
            <pc:docMk/>
            <pc:sldMk cId="528363569" sldId="256"/>
            <ac:spMk id="166" creationId="{7B657CE6-4DCE-1194-783B-2D0BD59DB5B3}"/>
          </ac:spMkLst>
        </pc:spChg>
        <pc:spChg chg="add mod">
          <ac:chgData name="sai sathwik" userId="83825f682e06fb7b" providerId="LiveId" clId="{392B584D-CCA4-4D5F-9CBC-264400E4991B}" dt="2026-07-17T12:01:18.777" v="459" actId="20577"/>
          <ac:spMkLst>
            <pc:docMk/>
            <pc:sldMk cId="528363569" sldId="256"/>
            <ac:spMk id="168" creationId="{1DAA034A-145C-AA35-244E-1C68401B315D}"/>
          </ac:spMkLst>
        </pc:spChg>
        <pc:spChg chg="add mod">
          <ac:chgData name="sai sathwik" userId="83825f682e06fb7b" providerId="LiveId" clId="{392B584D-CCA4-4D5F-9CBC-264400E4991B}" dt="2026-07-17T12:01:52.366" v="465" actId="20577"/>
          <ac:spMkLst>
            <pc:docMk/>
            <pc:sldMk cId="528363569" sldId="256"/>
            <ac:spMk id="170" creationId="{101FFE8E-5426-A58B-4D8C-4F6BDDAC463F}"/>
          </ac:spMkLst>
        </pc:spChg>
        <pc:spChg chg="add mod">
          <ac:chgData name="sai sathwik" userId="83825f682e06fb7b" providerId="LiveId" clId="{392B584D-CCA4-4D5F-9CBC-264400E4991B}" dt="2026-07-17T12:02:18.337" v="476" actId="20577"/>
          <ac:spMkLst>
            <pc:docMk/>
            <pc:sldMk cId="528363569" sldId="256"/>
            <ac:spMk id="174" creationId="{D1C7AA61-F9C8-4D85-9D4D-573207046C0B}"/>
          </ac:spMkLst>
        </pc:spChg>
        <pc:spChg chg="add mod">
          <ac:chgData name="sai sathwik" userId="83825f682e06fb7b" providerId="LiveId" clId="{392B584D-CCA4-4D5F-9CBC-264400E4991B}" dt="2026-07-17T12:13:28.156" v="677" actId="1076"/>
          <ac:spMkLst>
            <pc:docMk/>
            <pc:sldMk cId="528363569" sldId="256"/>
            <ac:spMk id="176" creationId="{8F5DF645-0AAD-1693-26E8-1DF6FD9D10AD}"/>
          </ac:spMkLst>
        </pc:spChg>
        <pc:spChg chg="add del mod">
          <ac:chgData name="sai sathwik" userId="83825f682e06fb7b" providerId="LiveId" clId="{392B584D-CCA4-4D5F-9CBC-264400E4991B}" dt="2026-07-17T12:09:15.091" v="533" actId="20577"/>
          <ac:spMkLst>
            <pc:docMk/>
            <pc:sldMk cId="528363569" sldId="256"/>
            <ac:spMk id="179" creationId="{AFB33DA4-76DF-7BD4-8B6D-1F4AAE3FF083}"/>
          </ac:spMkLst>
        </pc:spChg>
        <pc:spChg chg="add mod">
          <ac:chgData name="sai sathwik" userId="83825f682e06fb7b" providerId="LiveId" clId="{392B584D-CCA4-4D5F-9CBC-264400E4991B}" dt="2026-07-17T12:10:01.509" v="571" actId="1076"/>
          <ac:spMkLst>
            <pc:docMk/>
            <pc:sldMk cId="528363569" sldId="256"/>
            <ac:spMk id="183" creationId="{BD77D0B0-257D-A255-A218-65EC8DDF1056}"/>
          </ac:spMkLst>
        </pc:spChg>
        <pc:spChg chg="add mod">
          <ac:chgData name="sai sathwik" userId="83825f682e06fb7b" providerId="LiveId" clId="{392B584D-CCA4-4D5F-9CBC-264400E4991B}" dt="2026-07-17T12:10:05.298" v="572" actId="1076"/>
          <ac:spMkLst>
            <pc:docMk/>
            <pc:sldMk cId="528363569" sldId="256"/>
            <ac:spMk id="187" creationId="{DBA238A9-E008-55FA-3A33-C572B65739A3}"/>
          </ac:spMkLst>
        </pc:spChg>
        <pc:spChg chg="add mod">
          <ac:chgData name="sai sathwik" userId="83825f682e06fb7b" providerId="LiveId" clId="{392B584D-CCA4-4D5F-9CBC-264400E4991B}" dt="2026-07-17T12:10:36.066" v="586" actId="20577"/>
          <ac:spMkLst>
            <pc:docMk/>
            <pc:sldMk cId="528363569" sldId="256"/>
            <ac:spMk id="191" creationId="{51EEA0C1-7501-848E-A3CD-4228B114AB61}"/>
          </ac:spMkLst>
        </pc:spChg>
        <pc:spChg chg="add mod">
          <ac:chgData name="sai sathwik" userId="83825f682e06fb7b" providerId="LiveId" clId="{392B584D-CCA4-4D5F-9CBC-264400E4991B}" dt="2026-07-17T12:11:14.945" v="603" actId="20577"/>
          <ac:spMkLst>
            <pc:docMk/>
            <pc:sldMk cId="528363569" sldId="256"/>
            <ac:spMk id="194" creationId="{4AE6021A-503D-080D-08BF-37F42403E5F2}"/>
          </ac:spMkLst>
        </pc:spChg>
        <pc:spChg chg="add mod">
          <ac:chgData name="sai sathwik" userId="83825f682e06fb7b" providerId="LiveId" clId="{392B584D-CCA4-4D5F-9CBC-264400E4991B}" dt="2026-07-17T12:11:10.250" v="601" actId="20577"/>
          <ac:spMkLst>
            <pc:docMk/>
            <pc:sldMk cId="528363569" sldId="256"/>
            <ac:spMk id="197" creationId="{82554779-41BB-BE8E-1DE5-2FFDF0B5E0AA}"/>
          </ac:spMkLst>
        </pc:spChg>
        <pc:spChg chg="add del mod">
          <ac:chgData name="sai sathwik" userId="83825f682e06fb7b" providerId="LiveId" clId="{392B584D-CCA4-4D5F-9CBC-264400E4991B}" dt="2026-07-17T12:11:04.448" v="599" actId="20577"/>
          <ac:spMkLst>
            <pc:docMk/>
            <pc:sldMk cId="528363569" sldId="256"/>
            <ac:spMk id="200" creationId="{0C555376-690D-2D84-FC30-6172D04CAC62}"/>
          </ac:spMkLst>
        </pc:spChg>
        <pc:spChg chg="add mod">
          <ac:chgData name="sai sathwik" userId="83825f682e06fb7b" providerId="LiveId" clId="{392B584D-CCA4-4D5F-9CBC-264400E4991B}" dt="2026-07-17T12:11:34.897" v="613" actId="20577"/>
          <ac:spMkLst>
            <pc:docMk/>
            <pc:sldMk cId="528363569" sldId="256"/>
            <ac:spMk id="203" creationId="{12556E4A-5EFE-5E9B-D711-4F5F2B11E12C}"/>
          </ac:spMkLst>
        </pc:spChg>
        <pc:spChg chg="add mod">
          <ac:chgData name="sai sathwik" userId="83825f682e06fb7b" providerId="LiveId" clId="{392B584D-CCA4-4D5F-9CBC-264400E4991B}" dt="2026-07-17T12:12:00.097" v="624" actId="1076"/>
          <ac:spMkLst>
            <pc:docMk/>
            <pc:sldMk cId="528363569" sldId="256"/>
            <ac:spMk id="205" creationId="{5C08AB3D-4547-F7D4-E39C-BA731EA8E7CE}"/>
          </ac:spMkLst>
        </pc:spChg>
        <pc:spChg chg="add mod">
          <ac:chgData name="sai sathwik" userId="83825f682e06fb7b" providerId="LiveId" clId="{392B584D-CCA4-4D5F-9CBC-264400E4991B}" dt="2026-07-17T12:11:50.696" v="619" actId="20577"/>
          <ac:spMkLst>
            <pc:docMk/>
            <pc:sldMk cId="528363569" sldId="256"/>
            <ac:spMk id="208" creationId="{A78EF549-B051-FC45-5209-DA5E011A6A4D}"/>
          </ac:spMkLst>
        </pc:spChg>
        <pc:spChg chg="add mod">
          <ac:chgData name="sai sathwik" userId="83825f682e06fb7b" providerId="LiveId" clId="{392B584D-CCA4-4D5F-9CBC-264400E4991B}" dt="2026-07-17T12:13:12.526" v="674" actId="20577"/>
          <ac:spMkLst>
            <pc:docMk/>
            <pc:sldMk cId="528363569" sldId="256"/>
            <ac:spMk id="210" creationId="{25D1257F-125B-D3C3-2491-F7FAD6A72C0E}"/>
          </ac:spMkLst>
        </pc:spChg>
        <pc:spChg chg="add mod">
          <ac:chgData name="sai sathwik" userId="83825f682e06fb7b" providerId="LiveId" clId="{392B584D-CCA4-4D5F-9CBC-264400E4991B}" dt="2026-07-17T12:13:18.126" v="675" actId="20577"/>
          <ac:spMkLst>
            <pc:docMk/>
            <pc:sldMk cId="528363569" sldId="256"/>
            <ac:spMk id="212" creationId="{19D1046C-E3F9-F2D5-0014-A6D53A333F46}"/>
          </ac:spMkLst>
        </pc:spChg>
        <pc:spChg chg="add mod">
          <ac:chgData name="sai sathwik" userId="83825f682e06fb7b" providerId="LiveId" clId="{392B584D-CCA4-4D5F-9CBC-264400E4991B}" dt="2026-07-17T12:12:56.339" v="659" actId="20577"/>
          <ac:spMkLst>
            <pc:docMk/>
            <pc:sldMk cId="528363569" sldId="256"/>
            <ac:spMk id="215" creationId="{64B0F5D0-7F84-FEDC-C932-C58C27915706}"/>
          </ac:spMkLst>
        </pc:spChg>
        <pc:spChg chg="add mod">
          <ac:chgData name="sai sathwik" userId="83825f682e06fb7b" providerId="LiveId" clId="{392B584D-CCA4-4D5F-9CBC-264400E4991B}" dt="2026-07-17T12:12:46.162" v="652" actId="20577"/>
          <ac:spMkLst>
            <pc:docMk/>
            <pc:sldMk cId="528363569" sldId="256"/>
            <ac:spMk id="219" creationId="{C8928046-B76A-1255-CF5C-E2DC029864EE}"/>
          </ac:spMkLst>
        </pc:spChg>
        <pc:spChg chg="add mod">
          <ac:chgData name="sai sathwik" userId="83825f682e06fb7b" providerId="LiveId" clId="{392B584D-CCA4-4D5F-9CBC-264400E4991B}" dt="2026-07-17T12:14:45.245" v="711" actId="20577"/>
          <ac:spMkLst>
            <pc:docMk/>
            <pc:sldMk cId="528363569" sldId="256"/>
            <ac:spMk id="222" creationId="{67CD3702-4643-A74F-5554-AD599760DD84}"/>
          </ac:spMkLst>
        </pc:spChg>
        <pc:spChg chg="add mod">
          <ac:chgData name="sai sathwik" userId="83825f682e06fb7b" providerId="LiveId" clId="{392B584D-CCA4-4D5F-9CBC-264400E4991B}" dt="2026-07-17T12:14:53.522" v="714" actId="20577"/>
          <ac:spMkLst>
            <pc:docMk/>
            <pc:sldMk cId="528363569" sldId="256"/>
            <ac:spMk id="224" creationId="{B8B72B40-9D2D-0097-B29F-2B4C03463FFF}"/>
          </ac:spMkLst>
        </pc:spChg>
        <pc:spChg chg="add mod">
          <ac:chgData name="sai sathwik" userId="83825f682e06fb7b" providerId="LiveId" clId="{392B584D-CCA4-4D5F-9CBC-264400E4991B}" dt="2026-07-17T12:14:59.837" v="719" actId="20577"/>
          <ac:spMkLst>
            <pc:docMk/>
            <pc:sldMk cId="528363569" sldId="256"/>
            <ac:spMk id="226" creationId="{E87D2214-9FD1-9379-1A3E-ABADBCD17DCB}"/>
          </ac:spMkLst>
        </pc:spChg>
        <pc:spChg chg="add mod">
          <ac:chgData name="sai sathwik" userId="83825f682e06fb7b" providerId="LiveId" clId="{392B584D-CCA4-4D5F-9CBC-264400E4991B}" dt="2026-07-17T12:15:07.402" v="722" actId="20577"/>
          <ac:spMkLst>
            <pc:docMk/>
            <pc:sldMk cId="528363569" sldId="256"/>
            <ac:spMk id="230" creationId="{DCFE5DB0-D2DA-E987-ACB0-C06C71C0A0ED}"/>
          </ac:spMkLst>
        </pc:spChg>
        <pc:spChg chg="add del mod">
          <ac:chgData name="sai sathwik" userId="83825f682e06fb7b" providerId="LiveId" clId="{392B584D-CCA4-4D5F-9CBC-264400E4991B}" dt="2026-07-17T12:15:56.872" v="730" actId="21"/>
          <ac:spMkLst>
            <pc:docMk/>
            <pc:sldMk cId="528363569" sldId="256"/>
            <ac:spMk id="234" creationId="{813FE9AF-62AE-0C74-ECF3-A848275982F0}"/>
          </ac:spMkLst>
        </pc:spChg>
        <pc:spChg chg="add mod">
          <ac:chgData name="sai sathwik" userId="83825f682e06fb7b" providerId="LiveId" clId="{392B584D-CCA4-4D5F-9CBC-264400E4991B}" dt="2026-07-17T12:14:38.061" v="708" actId="20577"/>
          <ac:spMkLst>
            <pc:docMk/>
            <pc:sldMk cId="528363569" sldId="256"/>
            <ac:spMk id="238" creationId="{AEDAFA10-8ACA-B1C9-D4A8-1638D425D2D3}"/>
          </ac:spMkLst>
        </pc:spChg>
        <pc:spChg chg="add del">
          <ac:chgData name="sai sathwik" userId="83825f682e06fb7b" providerId="LiveId" clId="{392B584D-CCA4-4D5F-9CBC-264400E4991B}" dt="2026-07-17T12:15:52.326" v="728" actId="22"/>
          <ac:spMkLst>
            <pc:docMk/>
            <pc:sldMk cId="528363569" sldId="256"/>
            <ac:spMk id="241" creationId="{49C74BFB-092D-A379-D600-F066770A0A12}"/>
          </ac:spMkLst>
        </pc:spChg>
        <pc:spChg chg="add mod">
          <ac:chgData name="sai sathwik" userId="83825f682e06fb7b" providerId="LiveId" clId="{392B584D-CCA4-4D5F-9CBC-264400E4991B}" dt="2026-07-17T12:16:04.638" v="735" actId="1076"/>
          <ac:spMkLst>
            <pc:docMk/>
            <pc:sldMk cId="528363569" sldId="256"/>
            <ac:spMk id="243" creationId="{12DC2DFF-5D3A-B462-7EF3-A6565F6BAFC7}"/>
          </ac:spMkLst>
        </pc:spChg>
        <pc:spChg chg="add mod">
          <ac:chgData name="sai sathwik" userId="83825f682e06fb7b" providerId="LiveId" clId="{392B584D-CCA4-4D5F-9CBC-264400E4991B}" dt="2026-07-17T12:16:31.443" v="753" actId="20577"/>
          <ac:spMkLst>
            <pc:docMk/>
            <pc:sldMk cId="528363569" sldId="256"/>
            <ac:spMk id="245" creationId="{6AC6F897-F0EC-C9DE-A24B-6B49751A2517}"/>
          </ac:spMkLst>
        </pc:spChg>
        <pc:spChg chg="add mod">
          <ac:chgData name="sai sathwik" userId="83825f682e06fb7b" providerId="LiveId" clId="{392B584D-CCA4-4D5F-9CBC-264400E4991B}" dt="2026-07-17T12:16:38.719" v="757" actId="20577"/>
          <ac:spMkLst>
            <pc:docMk/>
            <pc:sldMk cId="528363569" sldId="256"/>
            <ac:spMk id="248" creationId="{90E5641E-D64E-4041-1D2D-DDAE35DA0894}"/>
          </ac:spMkLst>
        </pc:spChg>
        <pc:spChg chg="add mod">
          <ac:chgData name="sai sathwik" userId="83825f682e06fb7b" providerId="LiveId" clId="{392B584D-CCA4-4D5F-9CBC-264400E4991B}" dt="2026-07-17T12:16:46.793" v="768" actId="20577"/>
          <ac:spMkLst>
            <pc:docMk/>
            <pc:sldMk cId="528363569" sldId="256"/>
            <ac:spMk id="251" creationId="{D764BA76-8293-82B0-C415-841FC5C3689F}"/>
          </ac:spMkLst>
        </pc:spChg>
        <pc:spChg chg="add mod">
          <ac:chgData name="sai sathwik" userId="83825f682e06fb7b" providerId="LiveId" clId="{392B584D-CCA4-4D5F-9CBC-264400E4991B}" dt="2026-07-17T12:16:53.360" v="772" actId="20577"/>
          <ac:spMkLst>
            <pc:docMk/>
            <pc:sldMk cId="528363569" sldId="256"/>
            <ac:spMk id="255" creationId="{527B9AE6-1F2C-5CB6-3EA6-8A08C82E6545}"/>
          </ac:spMkLst>
        </pc:spChg>
        <pc:spChg chg="add mod">
          <ac:chgData name="sai sathwik" userId="83825f682e06fb7b" providerId="LiveId" clId="{392B584D-CCA4-4D5F-9CBC-264400E4991B}" dt="2026-07-17T12:17:32.410" v="782" actId="1076"/>
          <ac:spMkLst>
            <pc:docMk/>
            <pc:sldMk cId="528363569" sldId="256"/>
            <ac:spMk id="259" creationId="{9E7B7493-C87B-A2DF-670B-D106E2660B4D}"/>
          </ac:spMkLst>
        </pc:spChg>
        <pc:spChg chg="add mod">
          <ac:chgData name="sai sathwik" userId="83825f682e06fb7b" providerId="LiveId" clId="{392B584D-CCA4-4D5F-9CBC-264400E4991B}" dt="2026-07-17T12:19:10.342" v="821" actId="1076"/>
          <ac:spMkLst>
            <pc:docMk/>
            <pc:sldMk cId="528363569" sldId="256"/>
            <ac:spMk id="262" creationId="{3500FC88-26E5-FC57-02A4-FE348AB3EB43}"/>
          </ac:spMkLst>
        </pc:spChg>
        <pc:spChg chg="add mod">
          <ac:chgData name="sai sathwik" userId="83825f682e06fb7b" providerId="LiveId" clId="{392B584D-CCA4-4D5F-9CBC-264400E4991B}" dt="2026-07-17T12:18:32.464" v="814" actId="1076"/>
          <ac:spMkLst>
            <pc:docMk/>
            <pc:sldMk cId="528363569" sldId="256"/>
            <ac:spMk id="265" creationId="{DDC711D0-9872-C11A-D211-A51787B74DB0}"/>
          </ac:spMkLst>
        </pc:spChg>
        <pc:spChg chg="mod">
          <ac:chgData name="sai sathwik" userId="83825f682e06fb7b" providerId="LiveId" clId="{392B584D-CCA4-4D5F-9CBC-264400E4991B}" dt="2026-07-17T11:48:37.100" v="241" actId="1076"/>
          <ac:spMkLst>
            <pc:docMk/>
            <pc:sldMk cId="528363569" sldId="256"/>
            <ac:spMk id="592" creationId="{1C5DBCB1-81C7-749F-61BE-1CE08F6DBA7E}"/>
          </ac:spMkLst>
        </pc:spChg>
        <pc:spChg chg="add del mod">
          <ac:chgData name="sai sathwik" userId="83825f682e06fb7b" providerId="LiveId" clId="{392B584D-CCA4-4D5F-9CBC-264400E4991B}" dt="2026-07-17T11:48:41.768" v="242" actId="255"/>
          <ac:spMkLst>
            <pc:docMk/>
            <pc:sldMk cId="528363569" sldId="256"/>
            <ac:spMk id="898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25:05.165" v="32" actId="1076"/>
          <ac:spMkLst>
            <pc:docMk/>
            <pc:sldMk cId="528363569" sldId="256"/>
            <ac:spMk id="899" creationId="{00000000-0000-0000-0000-000000000000}"/>
          </ac:spMkLst>
        </pc:spChg>
        <pc:spChg chg="mod">
          <ac:chgData name="sai sathwik" userId="83825f682e06fb7b" providerId="LiveId" clId="{392B584D-CCA4-4D5F-9CBC-264400E4991B}" dt="2026-07-17T12:04:07.778" v="489" actId="1076"/>
          <ac:spMkLst>
            <pc:docMk/>
            <pc:sldMk cId="528363569" sldId="256"/>
            <ac:spMk id="900" creationId="{00000000-0000-0000-0000-000000000000}"/>
          </ac:spMkLst>
        </pc:spChg>
        <pc:spChg chg="mod">
          <ac:chgData name="sai sathwik" userId="83825f682e06fb7b" providerId="LiveId" clId="{392B584D-CCA4-4D5F-9CBC-264400E4991B}" dt="2026-07-17T12:00:27.887" v="433" actId="14100"/>
          <ac:spMkLst>
            <pc:docMk/>
            <pc:sldMk cId="528363569" sldId="256"/>
            <ac:spMk id="901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43:25.155" v="202" actId="1076"/>
          <ac:spMkLst>
            <pc:docMk/>
            <pc:sldMk cId="528363569" sldId="256"/>
            <ac:spMk id="902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59:09.813" v="415" actId="1076"/>
          <ac:spMkLst>
            <pc:docMk/>
            <pc:sldMk cId="528363569" sldId="256"/>
            <ac:spMk id="903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59:05.655" v="414" actId="1076"/>
          <ac:spMkLst>
            <pc:docMk/>
            <pc:sldMk cId="528363569" sldId="256"/>
            <ac:spMk id="904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30:37.397" v="85" actId="1076"/>
          <ac:spMkLst>
            <pc:docMk/>
            <pc:sldMk cId="528363569" sldId="256"/>
            <ac:spMk id="905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32:21.875" v="94" actId="1076"/>
          <ac:spMkLst>
            <pc:docMk/>
            <pc:sldMk cId="528363569" sldId="256"/>
            <ac:spMk id="906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32:58.267" v="102" actId="1076"/>
          <ac:spMkLst>
            <pc:docMk/>
            <pc:sldMk cId="528363569" sldId="256"/>
            <ac:spMk id="907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33:52.951" v="107" actId="1076"/>
          <ac:spMkLst>
            <pc:docMk/>
            <pc:sldMk cId="528363569" sldId="256"/>
            <ac:spMk id="908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34:04.666" v="110" actId="1076"/>
          <ac:spMkLst>
            <pc:docMk/>
            <pc:sldMk cId="528363569" sldId="256"/>
            <ac:spMk id="909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27:18.920" v="50" actId="1076"/>
          <ac:spMkLst>
            <pc:docMk/>
            <pc:sldMk cId="528363569" sldId="256"/>
            <ac:spMk id="910" creationId="{00000000-0000-0000-0000-000000000000}"/>
          </ac:spMkLst>
        </pc:spChg>
        <pc:spChg chg="mod">
          <ac:chgData name="sai sathwik" userId="83825f682e06fb7b" providerId="LiveId" clId="{392B584D-CCA4-4D5F-9CBC-264400E4991B}" dt="2026-07-17T12:03:55.685" v="488" actId="20577"/>
          <ac:spMkLst>
            <pc:docMk/>
            <pc:sldMk cId="528363569" sldId="256"/>
            <ac:spMk id="911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25:50.792" v="37" actId="1076"/>
          <ac:spMkLst>
            <pc:docMk/>
            <pc:sldMk cId="528363569" sldId="256"/>
            <ac:spMk id="912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45:51.081" v="223" actId="1076"/>
          <ac:spMkLst>
            <pc:docMk/>
            <pc:sldMk cId="528363569" sldId="256"/>
            <ac:spMk id="913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53:50.647" v="323" actId="1076"/>
          <ac:spMkLst>
            <pc:docMk/>
            <pc:sldMk cId="528363569" sldId="256"/>
            <ac:spMk id="914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23:43.622" v="19" actId="1076"/>
          <ac:spMkLst>
            <pc:docMk/>
            <pc:sldMk cId="528363569" sldId="256"/>
            <ac:spMk id="915" creationId="{00000000-0000-0000-0000-000000000000}"/>
          </ac:spMkLst>
        </pc:spChg>
        <pc:spChg chg="del mod">
          <ac:chgData name="sai sathwik" userId="83825f682e06fb7b" providerId="LiveId" clId="{392B584D-CCA4-4D5F-9CBC-264400E4991B}" dt="2026-07-17T11:42:23.674" v="173" actId="478"/>
          <ac:spMkLst>
            <pc:docMk/>
            <pc:sldMk cId="528363569" sldId="256"/>
            <ac:spMk id="916" creationId="{00000000-0000-0000-0000-000000000000}"/>
          </ac:spMkLst>
        </pc:spChg>
        <pc:spChg chg="mod">
          <ac:chgData name="sai sathwik" userId="83825f682e06fb7b" providerId="LiveId" clId="{392B584D-CCA4-4D5F-9CBC-264400E4991B}" dt="2026-07-17T11:42:52.946" v="190" actId="1076"/>
          <ac:spMkLst>
            <pc:docMk/>
            <pc:sldMk cId="528363569" sldId="256"/>
            <ac:spMk id="917" creationId="{00000000-0000-0000-0000-000000000000}"/>
          </ac:spMkLst>
        </pc:spChg>
        <pc:graphicFrameChg chg="add del mod">
          <ac:chgData name="sai sathwik" userId="83825f682e06fb7b" providerId="LiveId" clId="{392B584D-CCA4-4D5F-9CBC-264400E4991B}" dt="2026-07-17T11:26:41.062" v="44" actId="478"/>
          <ac:graphicFrameMkLst>
            <pc:docMk/>
            <pc:sldMk cId="528363569" sldId="256"/>
            <ac:graphicFrameMk id="2" creationId="{F3B909D2-0200-3531-210B-EC69720B4E31}"/>
          </ac:graphicFrameMkLst>
        </pc:graphicFrameChg>
        <pc:inkChg chg="del">
          <ac:chgData name="sai sathwik" userId="83825f682e06fb7b" providerId="LiveId" clId="{392B584D-CCA4-4D5F-9CBC-264400E4991B}" dt="2026-07-17T12:15:34.411" v="726"/>
          <ac:inkMkLst>
            <pc:docMk/>
            <pc:sldMk cId="528363569" sldId="256"/>
            <ac:inkMk id="574" creationId="{1F42F82F-09ED-01CC-C126-1A49EC55547D}"/>
          </ac:inkMkLst>
        </pc:inkChg>
        <pc:cxnChg chg="add del">
          <ac:chgData name="sai sathwik" userId="83825f682e06fb7b" providerId="LiveId" clId="{392B584D-CCA4-4D5F-9CBC-264400E4991B}" dt="2026-07-17T11:35:24.753" v="116" actId="478"/>
          <ac:cxnSpMkLst>
            <pc:docMk/>
            <pc:sldMk cId="528363569" sldId="256"/>
            <ac:cxnSpMk id="38" creationId="{293381F6-8311-663F-DD6F-ABBDEE31E4B7}"/>
          </ac:cxnSpMkLst>
        </pc:cxnChg>
        <pc:cxnChg chg="add mod">
          <ac:chgData name="sai sathwik" userId="83825f682e06fb7b" providerId="LiveId" clId="{392B584D-CCA4-4D5F-9CBC-264400E4991B}" dt="2026-07-17T11:36:50.016" v="136" actId="14100"/>
          <ac:cxnSpMkLst>
            <pc:docMk/>
            <pc:sldMk cId="528363569" sldId="256"/>
            <ac:cxnSpMk id="42" creationId="{47290DAA-0A57-A193-2FA0-0E6E1F726559}"/>
          </ac:cxnSpMkLst>
        </pc:cxnChg>
        <pc:cxnChg chg="add mod">
          <ac:chgData name="sai sathwik" userId="83825f682e06fb7b" providerId="LiveId" clId="{392B584D-CCA4-4D5F-9CBC-264400E4991B}" dt="2026-07-17T11:36:44.781" v="135" actId="14100"/>
          <ac:cxnSpMkLst>
            <pc:docMk/>
            <pc:sldMk cId="528363569" sldId="256"/>
            <ac:cxnSpMk id="49" creationId="{88966E5E-FA10-4A0E-5AF5-F869F62E7EF9}"/>
          </ac:cxnSpMkLst>
        </pc:cxnChg>
        <pc:cxnChg chg="add mod">
          <ac:chgData name="sai sathwik" userId="83825f682e06fb7b" providerId="LiveId" clId="{392B584D-CCA4-4D5F-9CBC-264400E4991B}" dt="2026-07-17T11:37:10.845" v="139" actId="13822"/>
          <ac:cxnSpMkLst>
            <pc:docMk/>
            <pc:sldMk cId="528363569" sldId="256"/>
            <ac:cxnSpMk id="56" creationId="{1B34141E-8669-0AED-547B-0A47B729C30E}"/>
          </ac:cxnSpMkLst>
        </pc:cxnChg>
        <pc:cxnChg chg="add del">
          <ac:chgData name="sai sathwik" userId="83825f682e06fb7b" providerId="LiveId" clId="{392B584D-CCA4-4D5F-9CBC-264400E4991B}" dt="2026-07-17T11:40:25.683" v="157" actId="478"/>
          <ac:cxnSpMkLst>
            <pc:docMk/>
            <pc:sldMk cId="528363569" sldId="256"/>
            <ac:cxnSpMk id="63" creationId="{65DA6E30-10E5-23FB-2E23-F47EADAF045E}"/>
          </ac:cxnSpMkLst>
        </pc:cxnChg>
        <pc:cxnChg chg="add del">
          <ac:chgData name="sai sathwik" userId="83825f682e06fb7b" providerId="LiveId" clId="{392B584D-CCA4-4D5F-9CBC-264400E4991B}" dt="2026-07-17T11:40:48.658" v="160" actId="478"/>
          <ac:cxnSpMkLst>
            <pc:docMk/>
            <pc:sldMk cId="528363569" sldId="256"/>
            <ac:cxnSpMk id="65" creationId="{A8F3418E-8903-C0DD-9427-92F5FB31564D}"/>
          </ac:cxnSpMkLst>
        </pc:cxnChg>
        <pc:cxnChg chg="add del mod">
          <ac:chgData name="sai sathwik" userId="83825f682e06fb7b" providerId="LiveId" clId="{392B584D-CCA4-4D5F-9CBC-264400E4991B}" dt="2026-07-17T11:41:59.426" v="169" actId="11529"/>
          <ac:cxnSpMkLst>
            <pc:docMk/>
            <pc:sldMk cId="528363569" sldId="256"/>
            <ac:cxnSpMk id="67" creationId="{D27542EF-E599-E59B-D4D7-BFF1CB7096C2}"/>
          </ac:cxnSpMkLst>
        </pc:cxnChg>
        <pc:cxnChg chg="add">
          <ac:chgData name="sai sathwik" userId="83825f682e06fb7b" providerId="LiveId" clId="{392B584D-CCA4-4D5F-9CBC-264400E4991B}" dt="2026-07-17T11:47:07.903" v="224" actId="11529"/>
          <ac:cxnSpMkLst>
            <pc:docMk/>
            <pc:sldMk cId="528363569" sldId="256"/>
            <ac:cxnSpMk id="71" creationId="{85D91C16-E12C-60C0-C12D-3F05A4F3BAD7}"/>
          </ac:cxnSpMkLst>
        </pc:cxnChg>
        <pc:cxnChg chg="add mod">
          <ac:chgData name="sai sathwik" userId="83825f682e06fb7b" providerId="LiveId" clId="{392B584D-CCA4-4D5F-9CBC-264400E4991B}" dt="2026-07-17T11:57:15.573" v="389" actId="14100"/>
          <ac:cxnSpMkLst>
            <pc:docMk/>
            <pc:sldMk cId="528363569" sldId="256"/>
            <ac:cxnSpMk id="73" creationId="{8C6A7A6D-13B2-D715-7884-6854C9A690D7}"/>
          </ac:cxnSpMkLst>
        </pc:cxnChg>
        <pc:cxnChg chg="add mod">
          <ac:chgData name="sai sathwik" userId="83825f682e06fb7b" providerId="LiveId" clId="{392B584D-CCA4-4D5F-9CBC-264400E4991B}" dt="2026-07-17T11:48:00.018" v="233" actId="1076"/>
          <ac:cxnSpMkLst>
            <pc:docMk/>
            <pc:sldMk cId="528363569" sldId="256"/>
            <ac:cxnSpMk id="75" creationId="{17482280-3D0A-0E98-DDED-58026585FD70}"/>
          </ac:cxnSpMkLst>
        </pc:cxnChg>
        <pc:cxnChg chg="mod">
          <ac:chgData name="sai sathwik" userId="83825f682e06fb7b" providerId="LiveId" clId="{392B584D-CCA4-4D5F-9CBC-264400E4991B}" dt="2026-07-17T12:02:03.120" v="466" actId="14100"/>
          <ac:cxnSpMkLst>
            <pc:docMk/>
            <pc:sldMk cId="528363569" sldId="256"/>
            <ac:cxnSpMk id="77" creationId="{24D9001A-EA5E-BA0B-FF12-2D4A3E94CC0D}"/>
          </ac:cxnSpMkLst>
        </pc:cxnChg>
        <pc:cxnChg chg="add del">
          <ac:chgData name="sai sathwik" userId="83825f682e06fb7b" providerId="LiveId" clId="{392B584D-CCA4-4D5F-9CBC-264400E4991B}" dt="2026-07-17T11:47:37.732" v="229" actId="478"/>
          <ac:cxnSpMkLst>
            <pc:docMk/>
            <pc:sldMk cId="528363569" sldId="256"/>
            <ac:cxnSpMk id="78" creationId="{3CEF977A-8C7E-9461-1BC3-C86C2D8BDD6F}"/>
          </ac:cxnSpMkLst>
        </pc:cxnChg>
        <pc:cxnChg chg="add">
          <ac:chgData name="sai sathwik" userId="83825f682e06fb7b" providerId="LiveId" clId="{392B584D-CCA4-4D5F-9CBC-264400E4991B}" dt="2026-07-17T11:47:44.415" v="230" actId="11529"/>
          <ac:cxnSpMkLst>
            <pc:docMk/>
            <pc:sldMk cId="528363569" sldId="256"/>
            <ac:cxnSpMk id="80" creationId="{BC27AF7C-B48A-A1F1-CC09-B4A753646CF8}"/>
          </ac:cxnSpMkLst>
        </pc:cxnChg>
        <pc:cxnChg chg="mod">
          <ac:chgData name="sai sathwik" userId="83825f682e06fb7b" providerId="LiveId" clId="{392B584D-CCA4-4D5F-9CBC-264400E4991B}" dt="2026-07-17T12:00:24.890" v="432" actId="1076"/>
          <ac:cxnSpMkLst>
            <pc:docMk/>
            <pc:sldMk cId="528363569" sldId="256"/>
            <ac:cxnSpMk id="124" creationId="{DE353B49-B460-799E-9A82-3C1A2C60105E}"/>
          </ac:cxnSpMkLst>
        </pc:cxnChg>
        <pc:cxnChg chg="mod">
          <ac:chgData name="sai sathwik" userId="83825f682e06fb7b" providerId="LiveId" clId="{392B584D-CCA4-4D5F-9CBC-264400E4991B}" dt="2026-07-17T12:01:10.505" v="454" actId="1076"/>
          <ac:cxnSpMkLst>
            <pc:docMk/>
            <pc:sldMk cId="528363569" sldId="256"/>
            <ac:cxnSpMk id="129" creationId="{80CC1454-D2DF-D629-6F04-1F16C128A509}"/>
          </ac:cxnSpMkLst>
        </pc:cxnChg>
        <pc:cxnChg chg="mod">
          <ac:chgData name="sai sathwik" userId="83825f682e06fb7b" providerId="LiveId" clId="{392B584D-CCA4-4D5F-9CBC-264400E4991B}" dt="2026-07-17T11:38:40.751" v="146" actId="1076"/>
          <ac:cxnSpMkLst>
            <pc:docMk/>
            <pc:sldMk cId="528363569" sldId="256"/>
            <ac:cxnSpMk id="172" creationId="{3723C0F9-2E0D-012B-04F3-594E90C83588}"/>
          </ac:cxnSpMkLst>
        </pc:cxnChg>
        <pc:cxnChg chg="mod">
          <ac:chgData name="sai sathwik" userId="83825f682e06fb7b" providerId="LiveId" clId="{392B584D-CCA4-4D5F-9CBC-264400E4991B}" dt="2026-07-17T12:18:45.029" v="816" actId="14100"/>
          <ac:cxnSpMkLst>
            <pc:docMk/>
            <pc:sldMk cId="528363569" sldId="256"/>
            <ac:cxnSpMk id="231" creationId="{C2A5276F-EB2A-4398-6B12-CF888F15105E}"/>
          </ac:cxnSpMkLst>
        </pc:cxnChg>
        <pc:cxnChg chg="mod">
          <ac:chgData name="sai sathwik" userId="83825f682e06fb7b" providerId="LiveId" clId="{392B584D-CCA4-4D5F-9CBC-264400E4991B}" dt="2026-07-17T12:18:53.815" v="817" actId="1076"/>
          <ac:cxnSpMkLst>
            <pc:docMk/>
            <pc:sldMk cId="528363569" sldId="256"/>
            <ac:cxnSpMk id="247" creationId="{2C1F29F6-6DD8-E887-BDBC-1A094B6D5464}"/>
          </ac:cxnSpMkLst>
        </pc:cxnChg>
        <pc:cxnChg chg="mod">
          <ac:chgData name="sai sathwik" userId="83825f682e06fb7b" providerId="LiveId" clId="{392B584D-CCA4-4D5F-9CBC-264400E4991B}" dt="2026-07-17T12:19:06.634" v="820" actId="14100"/>
          <ac:cxnSpMkLst>
            <pc:docMk/>
            <pc:sldMk cId="528363569" sldId="256"/>
            <ac:cxnSpMk id="254" creationId="{AEA9571E-9602-1322-A908-5A8110DE22F0}"/>
          </ac:cxnSpMkLst>
        </pc:cxnChg>
        <pc:cxnChg chg="mod">
          <ac:chgData name="sai sathwik" userId="83825f682e06fb7b" providerId="LiveId" clId="{392B584D-CCA4-4D5F-9CBC-264400E4991B}" dt="2026-07-17T11:35:39.149" v="120" actId="13822"/>
          <ac:cxnSpMkLst>
            <pc:docMk/>
            <pc:sldMk cId="528363569" sldId="256"/>
            <ac:cxnSpMk id="634" creationId="{26FB9480-8840-A3C3-0B4F-D5B69028CE20}"/>
          </ac:cxnSpMkLst>
        </pc:cxnChg>
        <pc:cxnChg chg="mod">
          <ac:chgData name="sai sathwik" userId="83825f682e06fb7b" providerId="LiveId" clId="{392B584D-CCA4-4D5F-9CBC-264400E4991B}" dt="2026-07-17T11:35:36.145" v="119" actId="13822"/>
          <ac:cxnSpMkLst>
            <pc:docMk/>
            <pc:sldMk cId="528363569" sldId="256"/>
            <ac:cxnSpMk id="636" creationId="{DCAC5816-CA1E-9CF9-A989-AE5F32020D5D}"/>
          </ac:cxnSpMkLst>
        </pc:cxnChg>
        <pc:cxnChg chg="mod">
          <ac:chgData name="sai sathwik" userId="83825f682e06fb7b" providerId="LiveId" clId="{392B584D-CCA4-4D5F-9CBC-264400E4991B}" dt="2026-07-17T11:38:28.618" v="145" actId="14100"/>
          <ac:cxnSpMkLst>
            <pc:docMk/>
            <pc:sldMk cId="528363569" sldId="256"/>
            <ac:cxnSpMk id="653" creationId="{E587F835-5477-CE7E-27B4-095ADBABF0B0}"/>
          </ac:cxnSpMkLst>
        </pc:cxnChg>
        <pc:cxnChg chg="mod">
          <ac:chgData name="sai sathwik" userId="83825f682e06fb7b" providerId="LiveId" clId="{392B584D-CCA4-4D5F-9CBC-264400E4991B}" dt="2026-07-17T11:47:21.648" v="226" actId="1076"/>
          <ac:cxnSpMkLst>
            <pc:docMk/>
            <pc:sldMk cId="528363569" sldId="256"/>
            <ac:cxnSpMk id="664" creationId="{B315B92A-C3EF-89FC-D166-B0DA158E7F13}"/>
          </ac:cxnSpMkLst>
        </pc:cxnChg>
        <pc:cxnChg chg="mod">
          <ac:chgData name="sai sathwik" userId="83825f682e06fb7b" providerId="LiveId" clId="{392B584D-CCA4-4D5F-9CBC-264400E4991B}" dt="2026-07-17T11:59:44.261" v="423" actId="14100"/>
          <ac:cxnSpMkLst>
            <pc:docMk/>
            <pc:sldMk cId="528363569" sldId="256"/>
            <ac:cxnSpMk id="666" creationId="{A4B1FD31-5C75-96E9-477E-E419085B3BE8}"/>
          </ac:cxnSpMkLst>
        </pc:cxnChg>
        <pc:cxnChg chg="mod">
          <ac:chgData name="sai sathwik" userId="83825f682e06fb7b" providerId="LiveId" clId="{392B584D-CCA4-4D5F-9CBC-264400E4991B}" dt="2026-07-17T11:41:09.699" v="164" actId="13822"/>
          <ac:cxnSpMkLst>
            <pc:docMk/>
            <pc:sldMk cId="528363569" sldId="256"/>
            <ac:cxnSpMk id="681" creationId="{9D3B8284-3CFB-8B05-17BA-94E8F8B03C75}"/>
          </ac:cxnSpMkLst>
        </pc:cxnChg>
        <pc:cxnChg chg="mod">
          <ac:chgData name="sai sathwik" userId="83825f682e06fb7b" providerId="LiveId" clId="{392B584D-CCA4-4D5F-9CBC-264400E4991B}" dt="2026-07-17T11:41:00.357" v="163" actId="13822"/>
          <ac:cxnSpMkLst>
            <pc:docMk/>
            <pc:sldMk cId="528363569" sldId="256"/>
            <ac:cxnSpMk id="687" creationId="{DE2B9631-05AF-7182-D436-9263A7FCB166}"/>
          </ac:cxnSpMkLst>
        </pc:cxnChg>
        <pc:cxnChg chg="mod">
          <ac:chgData name="sai sathwik" userId="83825f682e06fb7b" providerId="LiveId" clId="{392B584D-CCA4-4D5F-9CBC-264400E4991B}" dt="2026-07-17T11:36:04.762" v="125" actId="13822"/>
          <ac:cxnSpMkLst>
            <pc:docMk/>
            <pc:sldMk cId="528363569" sldId="256"/>
            <ac:cxnSpMk id="718" creationId="{1DE6543E-C6A3-B23F-188A-A60AF0357174}"/>
          </ac:cxnSpMkLst>
        </pc:cxnChg>
        <pc:cxnChg chg="mod">
          <ac:chgData name="sai sathwik" userId="83825f682e06fb7b" providerId="LiveId" clId="{392B584D-CCA4-4D5F-9CBC-264400E4991B}" dt="2026-07-17T11:35:57.255" v="123" actId="13822"/>
          <ac:cxnSpMkLst>
            <pc:docMk/>
            <pc:sldMk cId="528363569" sldId="256"/>
            <ac:cxnSpMk id="828" creationId="{1D56493B-9615-ACB2-C4C9-F6CF3F6BE6E1}"/>
          </ac:cxnSpMkLst>
        </pc:cxnChg>
        <pc:cxnChg chg="mod">
          <ac:chgData name="sai sathwik" userId="83825f682e06fb7b" providerId="LiveId" clId="{392B584D-CCA4-4D5F-9CBC-264400E4991B}" dt="2026-07-17T11:36:01.198" v="124" actId="13822"/>
          <ac:cxnSpMkLst>
            <pc:docMk/>
            <pc:sldMk cId="528363569" sldId="256"/>
            <ac:cxnSpMk id="834" creationId="{13838214-77FC-2A27-4598-1FAB08B55D8F}"/>
          </ac:cxnSpMkLst>
        </pc:cxnChg>
        <pc:cxnChg chg="mod">
          <ac:chgData name="sai sathwik" userId="83825f682e06fb7b" providerId="LiveId" clId="{392B584D-CCA4-4D5F-9CBC-264400E4991B}" dt="2026-07-17T11:35:50.295" v="122" actId="13822"/>
          <ac:cxnSpMkLst>
            <pc:docMk/>
            <pc:sldMk cId="528363569" sldId="256"/>
            <ac:cxnSpMk id="839" creationId="{51B83971-D81B-999E-9C05-66B45D57D417}"/>
          </ac:cxnSpMkLst>
        </pc:cxnChg>
        <pc:cxnChg chg="mod">
          <ac:chgData name="sai sathwik" userId="83825f682e06fb7b" providerId="LiveId" clId="{392B584D-CCA4-4D5F-9CBC-264400E4991B}" dt="2026-07-17T11:35:42.565" v="121" actId="13822"/>
          <ac:cxnSpMkLst>
            <pc:docMk/>
            <pc:sldMk cId="528363569" sldId="256"/>
            <ac:cxnSpMk id="840" creationId="{14045BE9-DCD4-02D9-EE93-2E8A1B9EF0F8}"/>
          </ac:cxnSpMkLst>
        </pc:cxnChg>
        <pc:cxnChg chg="mod">
          <ac:chgData name="sai sathwik" userId="83825f682e06fb7b" providerId="LiveId" clId="{392B584D-CCA4-4D5F-9CBC-264400E4991B}" dt="2026-07-17T11:35:28.226" v="117" actId="13822"/>
          <ac:cxnSpMkLst>
            <pc:docMk/>
            <pc:sldMk cId="528363569" sldId="256"/>
            <ac:cxnSpMk id="853" creationId="{DA36CF81-F9B7-28BC-58AE-214D012FFB6A}"/>
          </ac:cxnSpMkLst>
        </pc:cxnChg>
        <pc:cxnChg chg="mod">
          <ac:chgData name="sai sathwik" userId="83825f682e06fb7b" providerId="LiveId" clId="{392B584D-CCA4-4D5F-9CBC-264400E4991B}" dt="2026-07-17T11:35:32.212" v="118" actId="13822"/>
          <ac:cxnSpMkLst>
            <pc:docMk/>
            <pc:sldMk cId="528363569" sldId="256"/>
            <ac:cxnSpMk id="857" creationId="{A098EE0A-9D13-56A4-92A8-EEE5D3670A69}"/>
          </ac:cxnSpMkLst>
        </pc:cxnChg>
        <pc:cxnChg chg="mod">
          <ac:chgData name="sai sathwik" userId="83825f682e06fb7b" providerId="LiveId" clId="{392B584D-CCA4-4D5F-9CBC-264400E4991B}" dt="2026-07-17T11:54:07.013" v="324" actId="14100"/>
          <ac:cxnSpMkLst>
            <pc:docMk/>
            <pc:sldMk cId="528363569" sldId="256"/>
            <ac:cxnSpMk id="869" creationId="{E0B4C117-C5F7-C1D8-DD16-1A3ED25F981A}"/>
          </ac:cxnSpMkLst>
        </pc:cxnChg>
        <pc:cxnChg chg="mod">
          <ac:chgData name="sai sathwik" userId="83825f682e06fb7b" providerId="LiveId" clId="{392B584D-CCA4-4D5F-9CBC-264400E4991B}" dt="2026-07-17T11:40:51.925" v="161" actId="13822"/>
          <ac:cxnSpMkLst>
            <pc:docMk/>
            <pc:sldMk cId="528363569" sldId="256"/>
            <ac:cxnSpMk id="893" creationId="{760B000A-CCA1-00CE-9A40-5E34348C000B}"/>
          </ac:cxnSpMkLst>
        </pc:cxnChg>
        <pc:cxnChg chg="mod">
          <ac:chgData name="sai sathwik" userId="83825f682e06fb7b" providerId="LiveId" clId="{392B584D-CCA4-4D5F-9CBC-264400E4991B}" dt="2026-07-17T11:40:54.996" v="162" actId="13822"/>
          <ac:cxnSpMkLst>
            <pc:docMk/>
            <pc:sldMk cId="528363569" sldId="256"/>
            <ac:cxnSpMk id="895" creationId="{37D0D4B7-2D2D-5043-6316-41B382D907CF}"/>
          </ac:cxnSpMkLst>
        </pc:cxnChg>
        <pc:cxnChg chg="mod">
          <ac:chgData name="sai sathwik" userId="83825f682e06fb7b" providerId="LiveId" clId="{392B584D-CCA4-4D5F-9CBC-264400E4991B}" dt="2026-07-17T11:40:29.850" v="158" actId="13822"/>
          <ac:cxnSpMkLst>
            <pc:docMk/>
            <pc:sldMk cId="528363569" sldId="256"/>
            <ac:cxnSpMk id="897" creationId="{4631E119-34C8-D0AA-9A1F-5B6D678AD5B1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9:11:30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2FF6-183C-0E7D-1CA9-DFECCCA67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3F7E8-873F-8285-D6E8-A6E2B939E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00AA1-0056-E26B-E367-A66745F2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A7E4-0B3C-7131-75D4-2D8F493F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40939-E089-1729-17AD-1DAED323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64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F956-ADC5-93D5-023E-9DB68AE9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415E-7F73-8662-60E8-86270DCC9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05BB5-52A5-F4E5-E3DD-268C1A10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E23E5-40D7-2D0C-8C5C-055644B4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72E8-17A1-41CD-79D2-5B35E9D0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22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1C46-ABF7-401C-9369-090BB64BD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FD963-41E3-ACD9-9281-9AAAE8777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9B9EF-CCF8-E4D5-BF6D-D92B0EE0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01F7D-FCF7-7922-3B43-397F2779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75E76-BFC6-BA92-3A85-F054D820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31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6C24-775C-B783-8974-19982B67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A0D44-1A85-3457-D3A4-1497E6AEC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F434A-67B5-EE84-8DC9-C4910EB4C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1500-9F68-F925-AF92-D423CCC9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2E7CD-7BF1-E2C0-E6B8-D3914C32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9D00F-0176-8887-18E8-B44B426B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63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6753-6104-5CA0-D77E-C4ABDF2B9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42F8D-C2CD-E4C5-ACCA-9447167D7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B09B8-1D83-57A7-9DF9-F68451922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8EB24-B28B-6A7B-1EEA-8407264C3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CDF80-80A7-EAED-F77A-11783467A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8312E9-18F8-9833-34BE-800A57EA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DC88D-B63E-1370-F563-23D29CDE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0A6104-33FC-616E-1EAC-AE1ADBDD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677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B726-12AF-9363-9D32-3443B91E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10F92-ED63-E408-CEC1-B2B472A58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478BF-02A2-D3F8-F167-0C7AD95FE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26592-EF30-6AC3-2188-E1276563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7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1A7B2-1A23-D5D5-F843-FA47F2BC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4D775-B3AB-DF52-F35D-D62FEE00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9E17D-6F7C-9BB7-485F-89257B7D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0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E043-9FB9-F307-7782-1C762F55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E3B5-1A2F-0C81-AC74-22DDE3B6D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B51A-0916-AEEA-5BAC-DE4366838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AE65E-648E-3AE9-13BF-36576968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B3724-6985-4074-426E-0FB127C3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B09CE-6665-FCB1-1AA2-A6C26ACBD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75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AA03-1AE5-7C7C-01CE-186D3B09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3D7C1B-21E5-4E39-BF5F-312F377EF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6A14F-C2F7-75D6-59CF-24DE0ACC0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7BEBB-4CD9-9776-EE64-7F2F2435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957B-30DF-0158-50B2-DE7516D5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8EA3B-8CA1-8D75-7CF5-536D55F5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2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AFA5-5194-1A35-50EE-1BA44787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4AD86-130B-124D-6F86-BC03075EF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D5D30-AC29-8F3E-B1D5-B47948C8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B18F0-9773-B367-37A1-98B1EC87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5DEDD-B547-0B78-7451-3B7C777F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5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C2B5D0-D6A3-7E8A-D895-635A17BD4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8B577-7C70-C436-F2C3-8F96D609B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5EF82-8132-37C8-AF41-F2550858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FA7FF-CA6D-C00B-50E7-998761BE3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A6F8F-DE44-FD59-D857-A1C8F36D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27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18AD3-CF36-2A0D-05B7-DDD159C0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BF29B-8451-247C-BB6C-14D60D78F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1F58D-ACCD-76A6-8816-73991255D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EF41E-434A-4020-A9E6-1D79AACF69C1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3648C-7FD9-E219-FAF9-F1A96490B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A4F3B-E366-7281-144F-6D3D2CFF3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6E329-91F9-4AEF-9A3F-A0E34DCEC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02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Oval 889">
            <a:extLst>
              <a:ext uri="{FF2B5EF4-FFF2-40B4-BE49-F238E27FC236}">
                <a16:creationId xmlns:a16="http://schemas.microsoft.com/office/drawing/2014/main" id="{A973E39B-371B-5FC5-44F8-A72E675D33BC}"/>
              </a:ext>
            </a:extLst>
          </p:cNvPr>
          <p:cNvSpPr/>
          <p:nvPr/>
        </p:nvSpPr>
        <p:spPr>
          <a:xfrm>
            <a:off x="1276363" y="4887146"/>
            <a:ext cx="238123" cy="268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Manual Operation 8">
            <a:extLst>
              <a:ext uri="{FF2B5EF4-FFF2-40B4-BE49-F238E27FC236}">
                <a16:creationId xmlns:a16="http://schemas.microsoft.com/office/drawing/2014/main" id="{721B759D-E741-7932-E6FB-0F1B58FED97A}"/>
              </a:ext>
            </a:extLst>
          </p:cNvPr>
          <p:cNvSpPr/>
          <p:nvPr/>
        </p:nvSpPr>
        <p:spPr>
          <a:xfrm rot="16200000">
            <a:off x="207907" y="3080434"/>
            <a:ext cx="983974" cy="298174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E1BAA5-4363-A0ED-0B9F-0CB1725E638F}"/>
              </a:ext>
            </a:extLst>
          </p:cNvPr>
          <p:cNvSpPr/>
          <p:nvPr/>
        </p:nvSpPr>
        <p:spPr>
          <a:xfrm>
            <a:off x="1127276" y="2586126"/>
            <a:ext cx="298175" cy="983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Pc</a:t>
            </a:r>
          </a:p>
          <a:p>
            <a:pPr algn="ctr"/>
            <a:endParaRPr lang="en-IN" sz="400" dirty="0"/>
          </a:p>
          <a:p>
            <a:pPr algn="ctr"/>
            <a:endParaRPr lang="en-IN" sz="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FBDEBD-6713-DB25-1945-46E921BC0DFB}"/>
              </a:ext>
            </a:extLst>
          </p:cNvPr>
          <p:cNvSpPr/>
          <p:nvPr/>
        </p:nvSpPr>
        <p:spPr>
          <a:xfrm>
            <a:off x="1703746" y="2263104"/>
            <a:ext cx="815008" cy="163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Instruction</a:t>
            </a:r>
          </a:p>
          <a:p>
            <a:pPr algn="ctr"/>
            <a:r>
              <a:rPr lang="en-IN" sz="900" dirty="0"/>
              <a:t>memory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59204C0E-6280-6E55-38E6-C5CE8F0B2E18}"/>
              </a:ext>
            </a:extLst>
          </p:cNvPr>
          <p:cNvSpPr/>
          <p:nvPr/>
        </p:nvSpPr>
        <p:spPr>
          <a:xfrm>
            <a:off x="1853267" y="4576438"/>
            <a:ext cx="596347" cy="626165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bg2"/>
                </a:solidFill>
              </a:rPr>
              <a:t>         Pc+4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656EB2-F019-9C50-FB93-26AB22D33AE2}"/>
              </a:ext>
            </a:extLst>
          </p:cNvPr>
          <p:cNvSpPr/>
          <p:nvPr/>
        </p:nvSpPr>
        <p:spPr>
          <a:xfrm>
            <a:off x="2786912" y="1907816"/>
            <a:ext cx="318054" cy="40127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Buffer</a:t>
            </a:r>
          </a:p>
          <a:p>
            <a:pPr algn="ctr"/>
            <a:r>
              <a:rPr lang="en-IN" dirty="0"/>
              <a:t>Decode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8D0EBD-23AA-1CFF-24D5-E657175326F2}"/>
              </a:ext>
            </a:extLst>
          </p:cNvPr>
          <p:cNvSpPr/>
          <p:nvPr/>
        </p:nvSpPr>
        <p:spPr>
          <a:xfrm>
            <a:off x="3790962" y="608240"/>
            <a:ext cx="815008" cy="16300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Control</a:t>
            </a:r>
          </a:p>
          <a:p>
            <a:pPr algn="ctr"/>
            <a:r>
              <a:rPr lang="en-IN" sz="900" dirty="0"/>
              <a:t>Unit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0F6113-4F48-1ED8-BD7B-5807E8CF753E}"/>
              </a:ext>
            </a:extLst>
          </p:cNvPr>
          <p:cNvSpPr/>
          <p:nvPr/>
        </p:nvSpPr>
        <p:spPr>
          <a:xfrm>
            <a:off x="3521907" y="2555216"/>
            <a:ext cx="1282837" cy="1421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Register </a:t>
            </a:r>
          </a:p>
          <a:p>
            <a:pPr algn="ctr"/>
            <a:r>
              <a:rPr lang="en-IN" sz="900" dirty="0"/>
              <a:t>File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B055CDFA-7A16-1934-8C37-D660184C5BEC}"/>
              </a:ext>
            </a:extLst>
          </p:cNvPr>
          <p:cNvSpPr/>
          <p:nvPr/>
        </p:nvSpPr>
        <p:spPr>
          <a:xfrm>
            <a:off x="3599322" y="4953154"/>
            <a:ext cx="1185285" cy="62119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Immediate</a:t>
            </a:r>
            <a:r>
              <a:rPr lang="en-IN" sz="1000" dirty="0"/>
              <a:t> </a:t>
            </a:r>
            <a:r>
              <a:rPr lang="en-IN" sz="900" dirty="0"/>
              <a:t>generation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FC120E1-1890-FEEB-22CB-5B0DCD03A977}"/>
              </a:ext>
            </a:extLst>
          </p:cNvPr>
          <p:cNvSpPr/>
          <p:nvPr/>
        </p:nvSpPr>
        <p:spPr>
          <a:xfrm>
            <a:off x="5134376" y="628118"/>
            <a:ext cx="318054" cy="54466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Buffer</a:t>
            </a:r>
          </a:p>
          <a:p>
            <a:pPr algn="ctr"/>
            <a:r>
              <a:rPr lang="en-IN" dirty="0"/>
              <a:t>Execute</a:t>
            </a:r>
          </a:p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95E04F-2AA9-365D-BBE3-24BF9C46B8DC}"/>
              </a:ext>
            </a:extLst>
          </p:cNvPr>
          <p:cNvSpPr/>
          <p:nvPr/>
        </p:nvSpPr>
        <p:spPr>
          <a:xfrm>
            <a:off x="5747303" y="136352"/>
            <a:ext cx="578122" cy="5267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C77626-8054-A60B-C747-F7A451D2A49E}"/>
              </a:ext>
            </a:extLst>
          </p:cNvPr>
          <p:cNvSpPr/>
          <p:nvPr/>
        </p:nvSpPr>
        <p:spPr>
          <a:xfrm>
            <a:off x="5907980" y="2593581"/>
            <a:ext cx="834889" cy="844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RD MUX</a:t>
            </a:r>
          </a:p>
          <a:p>
            <a:pPr algn="ctr"/>
            <a:r>
              <a:rPr lang="en-IN" sz="1000" dirty="0"/>
              <a:t>BLOCK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A1DD7706-1AB2-5BDE-C9EF-07BD365087A0}"/>
              </a:ext>
            </a:extLst>
          </p:cNvPr>
          <p:cNvSpPr/>
          <p:nvPr/>
        </p:nvSpPr>
        <p:spPr>
          <a:xfrm>
            <a:off x="6908518" y="2593581"/>
            <a:ext cx="834888" cy="84482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         </a:t>
            </a:r>
            <a:r>
              <a:rPr lang="en-IN" sz="1000" dirty="0">
                <a:solidFill>
                  <a:schemeClr val="bg2"/>
                </a:solidFill>
              </a:rPr>
              <a:t>ALU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8D575FF6-5B79-B77F-63EB-3C08D8C3631B}"/>
              </a:ext>
            </a:extLst>
          </p:cNvPr>
          <p:cNvSpPr/>
          <p:nvPr/>
        </p:nvSpPr>
        <p:spPr>
          <a:xfrm>
            <a:off x="6109456" y="3950273"/>
            <a:ext cx="487019" cy="626165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highlight>
                <a:srgbClr val="808080"/>
              </a:highlight>
            </a:endParaRP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 </a:t>
            </a:r>
            <a:r>
              <a:rPr lang="en-IN" sz="900" dirty="0">
                <a:solidFill>
                  <a:schemeClr val="bg2"/>
                </a:solidFill>
              </a:rPr>
              <a:t>Pc</a:t>
            </a:r>
          </a:p>
          <a:p>
            <a:pPr algn="ctr"/>
            <a:r>
              <a:rPr lang="en-IN" sz="900" dirty="0">
                <a:solidFill>
                  <a:schemeClr val="bg2"/>
                </a:solidFill>
              </a:rPr>
              <a:t>   +</a:t>
            </a:r>
          </a:p>
          <a:p>
            <a:pPr algn="ctr"/>
            <a:r>
              <a:rPr lang="en-IN" sz="900" dirty="0" err="1">
                <a:solidFill>
                  <a:schemeClr val="bg2"/>
                </a:solidFill>
              </a:rPr>
              <a:t>imm</a:t>
            </a:r>
            <a:endParaRPr lang="en-IN" sz="900" dirty="0">
              <a:solidFill>
                <a:schemeClr val="bg2"/>
              </a:solidFill>
            </a:endParaRP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8" name="Flowchart: Manual Operation 27">
            <a:extLst>
              <a:ext uri="{FF2B5EF4-FFF2-40B4-BE49-F238E27FC236}">
                <a16:creationId xmlns:a16="http://schemas.microsoft.com/office/drawing/2014/main" id="{49306421-DA68-A5FF-8C95-92DF0DC15791}"/>
              </a:ext>
            </a:extLst>
          </p:cNvPr>
          <p:cNvSpPr/>
          <p:nvPr/>
        </p:nvSpPr>
        <p:spPr>
          <a:xfrm rot="16200000">
            <a:off x="6600441" y="4266621"/>
            <a:ext cx="844827" cy="318054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2EC6A35-EFB1-DBE8-4317-5DE673F7D6EF}"/>
              </a:ext>
            </a:extLst>
          </p:cNvPr>
          <p:cNvSpPr/>
          <p:nvPr/>
        </p:nvSpPr>
        <p:spPr>
          <a:xfrm>
            <a:off x="8031554" y="608240"/>
            <a:ext cx="318054" cy="54466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Buffer </a:t>
            </a:r>
          </a:p>
          <a:p>
            <a:pPr algn="ctr"/>
            <a:r>
              <a:rPr lang="en-IN" dirty="0"/>
              <a:t>Memory</a:t>
            </a:r>
          </a:p>
          <a:p>
            <a:pPr algn="ctr"/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CB357F-A770-01DD-E82A-E80ED6FDB01D}"/>
              </a:ext>
            </a:extLst>
          </p:cNvPr>
          <p:cNvSpPr/>
          <p:nvPr/>
        </p:nvSpPr>
        <p:spPr>
          <a:xfrm>
            <a:off x="8845472" y="2668345"/>
            <a:ext cx="815008" cy="1475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bg2"/>
                </a:solidFill>
              </a:rPr>
              <a:t>Data</a:t>
            </a:r>
          </a:p>
          <a:p>
            <a:pPr algn="ctr"/>
            <a:r>
              <a:rPr lang="en-IN" sz="1000" dirty="0">
                <a:solidFill>
                  <a:schemeClr val="bg2"/>
                </a:solidFill>
              </a:rPr>
              <a:t>Memory</a:t>
            </a:r>
          </a:p>
        </p:txBody>
      </p:sp>
      <p:sp>
        <p:nvSpPr>
          <p:cNvPr id="39" name="Arrow: Pentagon 38">
            <a:extLst>
              <a:ext uri="{FF2B5EF4-FFF2-40B4-BE49-F238E27FC236}">
                <a16:creationId xmlns:a16="http://schemas.microsoft.com/office/drawing/2014/main" id="{4AA9FC89-B289-B903-6238-0E1752FF1B5C}"/>
              </a:ext>
            </a:extLst>
          </p:cNvPr>
          <p:cNvSpPr/>
          <p:nvPr/>
        </p:nvSpPr>
        <p:spPr>
          <a:xfrm rot="5400000">
            <a:off x="8698223" y="1401780"/>
            <a:ext cx="670295" cy="7132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Pentagon 40">
            <a:extLst>
              <a:ext uri="{FF2B5EF4-FFF2-40B4-BE49-F238E27FC236}">
                <a16:creationId xmlns:a16="http://schemas.microsoft.com/office/drawing/2014/main" id="{E48C7E42-A7BE-CFD2-E412-EA14C3B5ABB0}"/>
              </a:ext>
            </a:extLst>
          </p:cNvPr>
          <p:cNvSpPr/>
          <p:nvPr/>
        </p:nvSpPr>
        <p:spPr>
          <a:xfrm>
            <a:off x="9872629" y="2615852"/>
            <a:ext cx="670295" cy="7132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CEA75DB-7BF3-BD87-1B94-23508FAF2B46}"/>
              </a:ext>
            </a:extLst>
          </p:cNvPr>
          <p:cNvSpPr/>
          <p:nvPr/>
        </p:nvSpPr>
        <p:spPr>
          <a:xfrm>
            <a:off x="10755073" y="473880"/>
            <a:ext cx="318054" cy="54466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Buffer</a:t>
            </a:r>
          </a:p>
          <a:p>
            <a:pPr algn="ctr"/>
            <a:r>
              <a:rPr lang="en-IN" dirty="0"/>
              <a:t>Writeback</a:t>
            </a:r>
          </a:p>
          <a:p>
            <a:pPr algn="ctr"/>
            <a:endParaRPr lang="en-IN" dirty="0"/>
          </a:p>
        </p:txBody>
      </p:sp>
      <p:sp>
        <p:nvSpPr>
          <p:cNvPr id="45" name="Flowchart: Manual Operation 44">
            <a:extLst>
              <a:ext uri="{FF2B5EF4-FFF2-40B4-BE49-F238E27FC236}">
                <a16:creationId xmlns:a16="http://schemas.microsoft.com/office/drawing/2014/main" id="{1C2E3823-8715-EF30-B2B5-6C34BFD10F83}"/>
              </a:ext>
            </a:extLst>
          </p:cNvPr>
          <p:cNvSpPr/>
          <p:nvPr/>
        </p:nvSpPr>
        <p:spPr>
          <a:xfrm rot="16200000">
            <a:off x="11088790" y="3001305"/>
            <a:ext cx="983974" cy="318054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E67D3A-99F7-E05E-B807-25F93C5E2F27}"/>
              </a:ext>
            </a:extLst>
          </p:cNvPr>
          <p:cNvSpPr/>
          <p:nvPr/>
        </p:nvSpPr>
        <p:spPr>
          <a:xfrm>
            <a:off x="6682771" y="161722"/>
            <a:ext cx="815008" cy="387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Branch</a:t>
            </a:r>
          </a:p>
          <a:p>
            <a:pPr algn="ctr"/>
            <a:r>
              <a:rPr lang="en-IN" sz="1000" dirty="0"/>
              <a:t>Unit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DCFA18-0DB3-4A92-49D6-DD66CAFDF9F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12137" y="3078114"/>
            <a:ext cx="3151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4D9001A-EA5E-BA0B-FF12-2D4A3E94CC0D}"/>
              </a:ext>
            </a:extLst>
          </p:cNvPr>
          <p:cNvCxnSpPr>
            <a:cxnSpLocks/>
          </p:cNvCxnSpPr>
          <p:nvPr/>
        </p:nvCxnSpPr>
        <p:spPr>
          <a:xfrm flipV="1">
            <a:off x="1375757" y="2784026"/>
            <a:ext cx="327989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6AF1F1A-607E-2619-A6D6-80F0CA4A4E1D}"/>
              </a:ext>
            </a:extLst>
          </p:cNvPr>
          <p:cNvCxnSpPr/>
          <p:nvPr/>
        </p:nvCxnSpPr>
        <p:spPr>
          <a:xfrm>
            <a:off x="1535484" y="2773866"/>
            <a:ext cx="0" cy="1950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FE20763-A2F9-7238-B5D3-F3D2D08DDB2F}"/>
              </a:ext>
            </a:extLst>
          </p:cNvPr>
          <p:cNvCxnSpPr>
            <a:cxnSpLocks/>
          </p:cNvCxnSpPr>
          <p:nvPr/>
        </p:nvCxnSpPr>
        <p:spPr>
          <a:xfrm>
            <a:off x="1523260" y="5039546"/>
            <a:ext cx="4941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58F1219-2D68-1850-01A9-257DD1E75FE1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449614" y="4887146"/>
            <a:ext cx="183150" cy="2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2E98764-77DA-C7BE-056F-D43BB40FF958}"/>
              </a:ext>
            </a:extLst>
          </p:cNvPr>
          <p:cNvCxnSpPr/>
          <p:nvPr/>
        </p:nvCxnSpPr>
        <p:spPr>
          <a:xfrm>
            <a:off x="2632764" y="4887146"/>
            <a:ext cx="0" cy="782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E02C29C-6A7F-700E-C6E2-CC5E5A8E4063}"/>
              </a:ext>
            </a:extLst>
          </p:cNvPr>
          <p:cNvCxnSpPr/>
          <p:nvPr/>
        </p:nvCxnSpPr>
        <p:spPr>
          <a:xfrm>
            <a:off x="2632764" y="4887146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FEB25BC-CC66-1448-5D3B-E76610BDE485}"/>
              </a:ext>
            </a:extLst>
          </p:cNvPr>
          <p:cNvCxnSpPr/>
          <p:nvPr/>
        </p:nvCxnSpPr>
        <p:spPr>
          <a:xfrm>
            <a:off x="2632764" y="5669466"/>
            <a:ext cx="2139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3CA3CF9-4368-B220-A6D6-B335251EDBE3}"/>
              </a:ext>
            </a:extLst>
          </p:cNvPr>
          <p:cNvCxnSpPr/>
          <p:nvPr/>
        </p:nvCxnSpPr>
        <p:spPr>
          <a:xfrm flipH="1">
            <a:off x="356924" y="3438408"/>
            <a:ext cx="1938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23BF21E-A64F-906A-6BE5-F44F24970239}"/>
              </a:ext>
            </a:extLst>
          </p:cNvPr>
          <p:cNvCxnSpPr/>
          <p:nvPr/>
        </p:nvCxnSpPr>
        <p:spPr>
          <a:xfrm>
            <a:off x="367084" y="3438408"/>
            <a:ext cx="0" cy="223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CCB2036-98C1-0168-CBF3-A2E86351E625}"/>
              </a:ext>
            </a:extLst>
          </p:cNvPr>
          <p:cNvCxnSpPr/>
          <p:nvPr/>
        </p:nvCxnSpPr>
        <p:spPr>
          <a:xfrm>
            <a:off x="356924" y="5669466"/>
            <a:ext cx="2275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6146535-DFDF-4310-775F-266A56778F02}"/>
              </a:ext>
            </a:extLst>
          </p:cNvPr>
          <p:cNvCxnSpPr/>
          <p:nvPr/>
        </p:nvCxnSpPr>
        <p:spPr>
          <a:xfrm flipV="1">
            <a:off x="3113739" y="2962308"/>
            <a:ext cx="305554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98D52FD-BE9B-6645-1BE2-2261B21704E5}"/>
              </a:ext>
            </a:extLst>
          </p:cNvPr>
          <p:cNvCxnSpPr>
            <a:cxnSpLocks/>
          </p:cNvCxnSpPr>
          <p:nvPr/>
        </p:nvCxnSpPr>
        <p:spPr>
          <a:xfrm>
            <a:off x="1527181" y="4084242"/>
            <a:ext cx="1254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258DC68-C389-C2F8-0A3F-1B7CB2669501}"/>
              </a:ext>
            </a:extLst>
          </p:cNvPr>
          <p:cNvCxnSpPr/>
          <p:nvPr/>
        </p:nvCxnSpPr>
        <p:spPr>
          <a:xfrm>
            <a:off x="3404924" y="1534346"/>
            <a:ext cx="0" cy="3743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C1F0393-EC04-A68D-48B9-453C8CBC7897}"/>
              </a:ext>
            </a:extLst>
          </p:cNvPr>
          <p:cNvCxnSpPr>
            <a:cxnSpLocks/>
          </p:cNvCxnSpPr>
          <p:nvPr/>
        </p:nvCxnSpPr>
        <p:spPr>
          <a:xfrm>
            <a:off x="3404924" y="1666426"/>
            <a:ext cx="3860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9637E05-73EC-002B-2963-607A006CABC1}"/>
              </a:ext>
            </a:extLst>
          </p:cNvPr>
          <p:cNvCxnSpPr>
            <a:cxnSpLocks/>
          </p:cNvCxnSpPr>
          <p:nvPr/>
        </p:nvCxnSpPr>
        <p:spPr>
          <a:xfrm>
            <a:off x="3404924" y="1850532"/>
            <a:ext cx="3860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6343C0B-1D49-3379-F1D0-5FF028C96C2F}"/>
              </a:ext>
            </a:extLst>
          </p:cNvPr>
          <p:cNvCxnSpPr>
            <a:cxnSpLocks/>
          </p:cNvCxnSpPr>
          <p:nvPr/>
        </p:nvCxnSpPr>
        <p:spPr>
          <a:xfrm>
            <a:off x="3404924" y="2093544"/>
            <a:ext cx="3860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3102CF4-68E7-0CC8-8808-3B135B5143C6}"/>
              </a:ext>
            </a:extLst>
          </p:cNvPr>
          <p:cNvCxnSpPr/>
          <p:nvPr/>
        </p:nvCxnSpPr>
        <p:spPr>
          <a:xfrm>
            <a:off x="3333804" y="2773866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E353B49-B460-799E-9A82-3C1A2C60105E}"/>
              </a:ext>
            </a:extLst>
          </p:cNvPr>
          <p:cNvCxnSpPr>
            <a:cxnSpLocks/>
          </p:cNvCxnSpPr>
          <p:nvPr/>
        </p:nvCxnSpPr>
        <p:spPr>
          <a:xfrm flipV="1">
            <a:off x="3403057" y="2855258"/>
            <a:ext cx="157459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0CC1454-D2DF-D629-6F04-1F16C128A509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404924" y="3265865"/>
            <a:ext cx="1169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ED37647-9FE6-5EB4-A50E-E224CDB379F6}"/>
              </a:ext>
            </a:extLst>
          </p:cNvPr>
          <p:cNvCxnSpPr>
            <a:cxnSpLocks/>
          </p:cNvCxnSpPr>
          <p:nvPr/>
        </p:nvCxnSpPr>
        <p:spPr>
          <a:xfrm flipH="1">
            <a:off x="3252524" y="3749226"/>
            <a:ext cx="3396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A5CA69F-73DE-166C-79E4-E352531570CD}"/>
              </a:ext>
            </a:extLst>
          </p:cNvPr>
          <p:cNvCxnSpPr>
            <a:cxnSpLocks/>
          </p:cNvCxnSpPr>
          <p:nvPr/>
        </p:nvCxnSpPr>
        <p:spPr>
          <a:xfrm flipH="1">
            <a:off x="3181404" y="3893121"/>
            <a:ext cx="4107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18AFBE2-698D-8A65-CAAA-07594BDDF3AB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3394716" y="5263752"/>
            <a:ext cx="208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DD2C76E-39B9-F622-24DE-5F0B42B8D972}"/>
              </a:ext>
            </a:extLst>
          </p:cNvPr>
          <p:cNvCxnSpPr/>
          <p:nvPr/>
        </p:nvCxnSpPr>
        <p:spPr>
          <a:xfrm>
            <a:off x="3074215" y="5669466"/>
            <a:ext cx="20601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6611DD6-265E-6A0B-4BA4-F7B9A48198B8}"/>
              </a:ext>
            </a:extLst>
          </p:cNvPr>
          <p:cNvCxnSpPr/>
          <p:nvPr/>
        </p:nvCxnSpPr>
        <p:spPr>
          <a:xfrm>
            <a:off x="5452430" y="5669466"/>
            <a:ext cx="26405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E42042D3-5450-5C10-7C50-FD9BA1B33B27}"/>
              </a:ext>
            </a:extLst>
          </p:cNvPr>
          <p:cNvCxnSpPr>
            <a:cxnSpLocks/>
          </p:cNvCxnSpPr>
          <p:nvPr/>
        </p:nvCxnSpPr>
        <p:spPr>
          <a:xfrm>
            <a:off x="8349608" y="5669466"/>
            <a:ext cx="23963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F14E5FBA-3879-B2A3-BCB2-906D6BB3EDF4}"/>
              </a:ext>
            </a:extLst>
          </p:cNvPr>
          <p:cNvCxnSpPr>
            <a:cxnSpLocks/>
          </p:cNvCxnSpPr>
          <p:nvPr/>
        </p:nvCxnSpPr>
        <p:spPr>
          <a:xfrm>
            <a:off x="3394716" y="4529419"/>
            <a:ext cx="17396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4BA3659-2BC7-5C1D-32D3-63BFE0C88704}"/>
              </a:ext>
            </a:extLst>
          </p:cNvPr>
          <p:cNvCxnSpPr>
            <a:cxnSpLocks/>
          </p:cNvCxnSpPr>
          <p:nvPr/>
        </p:nvCxnSpPr>
        <p:spPr>
          <a:xfrm>
            <a:off x="3404924" y="4868482"/>
            <a:ext cx="17650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1E4FB7F-7443-4158-B338-66AE52BBDF73}"/>
              </a:ext>
            </a:extLst>
          </p:cNvPr>
          <p:cNvCxnSpPr>
            <a:cxnSpLocks/>
          </p:cNvCxnSpPr>
          <p:nvPr/>
        </p:nvCxnSpPr>
        <p:spPr>
          <a:xfrm>
            <a:off x="3404924" y="4385108"/>
            <a:ext cx="1729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723C0F9-2E0D-012B-04F3-594E90C83588}"/>
              </a:ext>
            </a:extLst>
          </p:cNvPr>
          <p:cNvCxnSpPr>
            <a:cxnSpLocks/>
          </p:cNvCxnSpPr>
          <p:nvPr/>
        </p:nvCxnSpPr>
        <p:spPr>
          <a:xfrm flipV="1">
            <a:off x="3074215" y="4123944"/>
            <a:ext cx="2125616" cy="28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0AF6AAD-CEAB-12D3-AE47-7D38321F70ED}"/>
              </a:ext>
            </a:extLst>
          </p:cNvPr>
          <p:cNvCxnSpPr/>
          <p:nvPr/>
        </p:nvCxnSpPr>
        <p:spPr>
          <a:xfrm>
            <a:off x="4617857" y="2011906"/>
            <a:ext cx="286124" cy="6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9CBFC8ED-C4FD-FC65-6FE9-3F0C79244463}"/>
              </a:ext>
            </a:extLst>
          </p:cNvPr>
          <p:cNvCxnSpPr/>
          <p:nvPr/>
        </p:nvCxnSpPr>
        <p:spPr>
          <a:xfrm>
            <a:off x="4715300" y="2773866"/>
            <a:ext cx="4190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B67E2BF-4852-6929-943E-959CBD4F9D76}"/>
              </a:ext>
            </a:extLst>
          </p:cNvPr>
          <p:cNvCxnSpPr/>
          <p:nvPr/>
        </p:nvCxnSpPr>
        <p:spPr>
          <a:xfrm>
            <a:off x="4715300" y="3053266"/>
            <a:ext cx="4190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DB279AF-7EEE-3FAE-8BAE-F1C1AB5199D6}"/>
              </a:ext>
            </a:extLst>
          </p:cNvPr>
          <p:cNvCxnSpPr/>
          <p:nvPr/>
        </p:nvCxnSpPr>
        <p:spPr>
          <a:xfrm>
            <a:off x="4605970" y="792666"/>
            <a:ext cx="528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BEB3FC0E-1BAB-9815-B426-A4D0D6CCF5CA}"/>
              </a:ext>
            </a:extLst>
          </p:cNvPr>
          <p:cNvCxnSpPr/>
          <p:nvPr/>
        </p:nvCxnSpPr>
        <p:spPr>
          <a:xfrm>
            <a:off x="4605970" y="975546"/>
            <a:ext cx="528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F7D513F8-52F2-A38F-6AB8-2D2F9B45ECE0}"/>
              </a:ext>
            </a:extLst>
          </p:cNvPr>
          <p:cNvCxnSpPr/>
          <p:nvPr/>
        </p:nvCxnSpPr>
        <p:spPr>
          <a:xfrm>
            <a:off x="4613437" y="1850532"/>
            <a:ext cx="528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C50CF1BA-E563-15F2-737F-540A1317BF3E}"/>
              </a:ext>
            </a:extLst>
          </p:cNvPr>
          <p:cNvCxnSpPr/>
          <p:nvPr/>
        </p:nvCxnSpPr>
        <p:spPr>
          <a:xfrm>
            <a:off x="4605970" y="1666426"/>
            <a:ext cx="528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D567D0F0-B990-DC10-D1D6-E6412076F3CA}"/>
              </a:ext>
            </a:extLst>
          </p:cNvPr>
          <p:cNvCxnSpPr/>
          <p:nvPr/>
        </p:nvCxnSpPr>
        <p:spPr>
          <a:xfrm>
            <a:off x="4605970" y="1148266"/>
            <a:ext cx="528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3109EFB-4A04-58B2-EC67-94203B645E6D}"/>
              </a:ext>
            </a:extLst>
          </p:cNvPr>
          <p:cNvCxnSpPr>
            <a:cxnSpLocks/>
          </p:cNvCxnSpPr>
          <p:nvPr/>
        </p:nvCxnSpPr>
        <p:spPr>
          <a:xfrm flipV="1">
            <a:off x="4605970" y="1497029"/>
            <a:ext cx="528406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EEF2188C-FE22-DE92-C281-4434CCCD6194}"/>
              </a:ext>
            </a:extLst>
          </p:cNvPr>
          <p:cNvCxnSpPr/>
          <p:nvPr/>
        </p:nvCxnSpPr>
        <p:spPr>
          <a:xfrm>
            <a:off x="4602657" y="1320986"/>
            <a:ext cx="528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96837859-C150-3D2E-D516-4E2D4223A158}"/>
              </a:ext>
            </a:extLst>
          </p:cNvPr>
          <p:cNvCxnSpPr>
            <a:cxnSpLocks/>
          </p:cNvCxnSpPr>
          <p:nvPr/>
        </p:nvCxnSpPr>
        <p:spPr>
          <a:xfrm flipV="1">
            <a:off x="4887506" y="2018256"/>
            <a:ext cx="10938" cy="2706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5576CB04-E21F-07EC-E9B6-EF0A650EA9D6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4783619" y="5263752"/>
            <a:ext cx="41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11532943-1D79-19E9-ECBE-A435266C0B1F}"/>
              </a:ext>
            </a:extLst>
          </p:cNvPr>
          <p:cNvCxnSpPr>
            <a:cxnSpLocks/>
          </p:cNvCxnSpPr>
          <p:nvPr/>
        </p:nvCxnSpPr>
        <p:spPr>
          <a:xfrm>
            <a:off x="2521309" y="2804346"/>
            <a:ext cx="3130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A8150FA-7234-1FA2-3DDF-FEB705A133D7}"/>
              </a:ext>
            </a:extLst>
          </p:cNvPr>
          <p:cNvCxnSpPr/>
          <p:nvPr/>
        </p:nvCxnSpPr>
        <p:spPr>
          <a:xfrm>
            <a:off x="5452430" y="792666"/>
            <a:ext cx="26405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8CE13D9-C09B-E426-8A29-27F7A2A5F58F}"/>
              </a:ext>
            </a:extLst>
          </p:cNvPr>
          <p:cNvCxnSpPr>
            <a:cxnSpLocks/>
          </p:cNvCxnSpPr>
          <p:nvPr/>
        </p:nvCxnSpPr>
        <p:spPr>
          <a:xfrm flipV="1">
            <a:off x="5452430" y="957215"/>
            <a:ext cx="2634241" cy="18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75FA5125-02A6-583C-AB6E-B0A2F7AED9DB}"/>
              </a:ext>
            </a:extLst>
          </p:cNvPr>
          <p:cNvCxnSpPr>
            <a:cxnSpLocks/>
          </p:cNvCxnSpPr>
          <p:nvPr/>
        </p:nvCxnSpPr>
        <p:spPr>
          <a:xfrm flipV="1">
            <a:off x="5452430" y="1120105"/>
            <a:ext cx="2634241" cy="281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E6221BC0-F6C6-24B2-2C29-AB343E3EC005}"/>
              </a:ext>
            </a:extLst>
          </p:cNvPr>
          <p:cNvCxnSpPr/>
          <p:nvPr/>
        </p:nvCxnSpPr>
        <p:spPr>
          <a:xfrm>
            <a:off x="5452430" y="1497029"/>
            <a:ext cx="5839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E03E7922-4991-2B78-0F30-50ED475006F2}"/>
              </a:ext>
            </a:extLst>
          </p:cNvPr>
          <p:cNvCxnSpPr>
            <a:cxnSpLocks/>
          </p:cNvCxnSpPr>
          <p:nvPr/>
        </p:nvCxnSpPr>
        <p:spPr>
          <a:xfrm flipV="1">
            <a:off x="6036364" y="645557"/>
            <a:ext cx="0" cy="851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C2A5276F-EB2A-4398-6B12-CF888F15105E}"/>
              </a:ext>
            </a:extLst>
          </p:cNvPr>
          <p:cNvCxnSpPr>
            <a:cxnSpLocks/>
          </p:cNvCxnSpPr>
          <p:nvPr/>
        </p:nvCxnSpPr>
        <p:spPr>
          <a:xfrm>
            <a:off x="6300687" y="392397"/>
            <a:ext cx="382084" cy="14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E58B2C7-8B54-1D7D-77D6-2ECC0B2CF902}"/>
              </a:ext>
            </a:extLst>
          </p:cNvPr>
          <p:cNvCxnSpPr/>
          <p:nvPr/>
        </p:nvCxnSpPr>
        <p:spPr>
          <a:xfrm>
            <a:off x="5452430" y="1666426"/>
            <a:ext cx="18031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D47DC27A-BF46-ABD3-6A52-7AFDAFEF8754}"/>
              </a:ext>
            </a:extLst>
          </p:cNvPr>
          <p:cNvCxnSpPr/>
          <p:nvPr/>
        </p:nvCxnSpPr>
        <p:spPr>
          <a:xfrm>
            <a:off x="5452430" y="1850532"/>
            <a:ext cx="9707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E24BFEDD-6615-62A6-420C-A6CCE7454030}"/>
              </a:ext>
            </a:extLst>
          </p:cNvPr>
          <p:cNvCxnSpPr/>
          <p:nvPr/>
        </p:nvCxnSpPr>
        <p:spPr>
          <a:xfrm>
            <a:off x="6423152" y="1850532"/>
            <a:ext cx="0" cy="743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F6E63B9E-5B8C-809E-8DE5-AF92F4CE01D6}"/>
              </a:ext>
            </a:extLst>
          </p:cNvPr>
          <p:cNvCxnSpPr>
            <a:cxnSpLocks/>
          </p:cNvCxnSpPr>
          <p:nvPr/>
        </p:nvCxnSpPr>
        <p:spPr>
          <a:xfrm flipH="1">
            <a:off x="7238974" y="1666426"/>
            <a:ext cx="16590" cy="9271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C1F29F6-6DD8-E887-BDBC-1A094B6D5464}"/>
              </a:ext>
            </a:extLst>
          </p:cNvPr>
          <p:cNvCxnSpPr>
            <a:cxnSpLocks/>
            <a:endCxn id="46" idx="2"/>
          </p:cNvCxnSpPr>
          <p:nvPr/>
        </p:nvCxnSpPr>
        <p:spPr>
          <a:xfrm flipH="1" flipV="1">
            <a:off x="7090275" y="549348"/>
            <a:ext cx="900" cy="788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5186F0FD-19AC-5322-DF53-B7A35EE6C627}"/>
              </a:ext>
            </a:extLst>
          </p:cNvPr>
          <p:cNvCxnSpPr/>
          <p:nvPr/>
        </p:nvCxnSpPr>
        <p:spPr>
          <a:xfrm>
            <a:off x="7514812" y="2784026"/>
            <a:ext cx="2285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5F71E315-8269-A5FC-92B1-7D9C2EAC06C4}"/>
              </a:ext>
            </a:extLst>
          </p:cNvPr>
          <p:cNvCxnSpPr>
            <a:cxnSpLocks/>
          </p:cNvCxnSpPr>
          <p:nvPr/>
        </p:nvCxnSpPr>
        <p:spPr>
          <a:xfrm flipV="1">
            <a:off x="7743405" y="344853"/>
            <a:ext cx="0" cy="24391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AEA9571E-9602-1322-A908-5A8110DE22F0}"/>
              </a:ext>
            </a:extLst>
          </p:cNvPr>
          <p:cNvCxnSpPr>
            <a:cxnSpLocks/>
            <a:endCxn id="46" idx="3"/>
          </p:cNvCxnSpPr>
          <p:nvPr/>
        </p:nvCxnSpPr>
        <p:spPr>
          <a:xfrm flipH="1">
            <a:off x="7497779" y="355535"/>
            <a:ext cx="2456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2EE1783-DF3F-D586-504F-FCB27298BDF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743406" y="3015994"/>
            <a:ext cx="30802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42989353-60A2-C9E6-FF2B-A19052D8ADA4}"/>
              </a:ext>
            </a:extLst>
          </p:cNvPr>
          <p:cNvCxnSpPr>
            <a:cxnSpLocks/>
          </p:cNvCxnSpPr>
          <p:nvPr/>
        </p:nvCxnSpPr>
        <p:spPr>
          <a:xfrm>
            <a:off x="7865164" y="3015994"/>
            <a:ext cx="0" cy="3102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E9C18DCD-80BD-D213-7DC1-4AA8D2A67FD2}"/>
              </a:ext>
            </a:extLst>
          </p:cNvPr>
          <p:cNvCxnSpPr>
            <a:cxnSpLocks/>
          </p:cNvCxnSpPr>
          <p:nvPr/>
        </p:nvCxnSpPr>
        <p:spPr>
          <a:xfrm flipH="1">
            <a:off x="231805" y="3192414"/>
            <a:ext cx="3190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7E78A52-E55E-E7A8-6E88-6CF206BF445F}"/>
              </a:ext>
            </a:extLst>
          </p:cNvPr>
          <p:cNvCxnSpPr>
            <a:cxnSpLocks/>
          </p:cNvCxnSpPr>
          <p:nvPr/>
        </p:nvCxnSpPr>
        <p:spPr>
          <a:xfrm>
            <a:off x="224844" y="3192414"/>
            <a:ext cx="20134" cy="2954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CDAA8CD1-E16F-FAB7-6FE9-AB7F7AF3FD79}"/>
              </a:ext>
            </a:extLst>
          </p:cNvPr>
          <p:cNvCxnSpPr>
            <a:cxnSpLocks/>
          </p:cNvCxnSpPr>
          <p:nvPr/>
        </p:nvCxnSpPr>
        <p:spPr>
          <a:xfrm flipV="1">
            <a:off x="224844" y="6078561"/>
            <a:ext cx="7640320" cy="39336"/>
          </a:xfrm>
          <a:prstGeom prst="bentConnector3">
            <a:avLst>
              <a:gd name="adj1" fmla="val 10001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DF425E94-655A-F38F-E59E-02E7F449D73E}"/>
              </a:ext>
            </a:extLst>
          </p:cNvPr>
          <p:cNvCxnSpPr>
            <a:cxnSpLocks/>
          </p:cNvCxnSpPr>
          <p:nvPr/>
        </p:nvCxnSpPr>
        <p:spPr>
          <a:xfrm>
            <a:off x="6706431" y="2804346"/>
            <a:ext cx="5106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E29CA2CC-7375-6D69-DEC6-302885AA16F8}"/>
              </a:ext>
            </a:extLst>
          </p:cNvPr>
          <p:cNvCxnSpPr>
            <a:cxnSpLocks/>
          </p:cNvCxnSpPr>
          <p:nvPr/>
        </p:nvCxnSpPr>
        <p:spPr>
          <a:xfrm flipV="1">
            <a:off x="6706431" y="3173917"/>
            <a:ext cx="598026" cy="184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64A9EC75-EB4F-2364-26C8-0800AFE10234}"/>
              </a:ext>
            </a:extLst>
          </p:cNvPr>
          <p:cNvCxnSpPr/>
          <p:nvPr/>
        </p:nvCxnSpPr>
        <p:spPr>
          <a:xfrm>
            <a:off x="5452430" y="5118120"/>
            <a:ext cx="4191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4323F6A-4DA8-D918-4C3B-9135579E1D9F}"/>
              </a:ext>
            </a:extLst>
          </p:cNvPr>
          <p:cNvCxnSpPr>
            <a:cxnSpLocks/>
          </p:cNvCxnSpPr>
          <p:nvPr/>
        </p:nvCxnSpPr>
        <p:spPr>
          <a:xfrm flipV="1">
            <a:off x="5733735" y="3652319"/>
            <a:ext cx="0" cy="1465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25ADA5A3-4B06-8225-40EC-FC209565EC6E}"/>
              </a:ext>
            </a:extLst>
          </p:cNvPr>
          <p:cNvCxnSpPr>
            <a:cxnSpLocks/>
          </p:cNvCxnSpPr>
          <p:nvPr/>
        </p:nvCxnSpPr>
        <p:spPr>
          <a:xfrm>
            <a:off x="5740578" y="4382468"/>
            <a:ext cx="504012" cy="2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39843670-D620-9B45-CC1B-C8493C6959E5}"/>
              </a:ext>
            </a:extLst>
          </p:cNvPr>
          <p:cNvCxnSpPr/>
          <p:nvPr/>
        </p:nvCxnSpPr>
        <p:spPr>
          <a:xfrm>
            <a:off x="5871542" y="5118120"/>
            <a:ext cx="5516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38853D7C-BEFE-DF9F-A381-FD35958E87AE}"/>
              </a:ext>
            </a:extLst>
          </p:cNvPr>
          <p:cNvCxnSpPr/>
          <p:nvPr/>
        </p:nvCxnSpPr>
        <p:spPr>
          <a:xfrm flipV="1">
            <a:off x="6423152" y="4582788"/>
            <a:ext cx="0" cy="535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5C3F20B-2CBA-3349-7CF3-29F8472D2117}"/>
              </a:ext>
            </a:extLst>
          </p:cNvPr>
          <p:cNvCxnSpPr>
            <a:cxnSpLocks/>
          </p:cNvCxnSpPr>
          <p:nvPr/>
        </p:nvCxnSpPr>
        <p:spPr>
          <a:xfrm>
            <a:off x="6423152" y="4590256"/>
            <a:ext cx="492287" cy="6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44338EB6-9B81-BFEA-D4FD-7A8DB496B3C3}"/>
              </a:ext>
            </a:extLst>
          </p:cNvPr>
          <p:cNvCxnSpPr>
            <a:stCxn id="26" idx="3"/>
          </p:cNvCxnSpPr>
          <p:nvPr/>
        </p:nvCxnSpPr>
        <p:spPr>
          <a:xfrm flipV="1">
            <a:off x="6596475" y="4263355"/>
            <a:ext cx="32878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A604DD53-98DA-5FB5-DA9B-50F70C04CA54}"/>
              </a:ext>
            </a:extLst>
          </p:cNvPr>
          <p:cNvCxnSpPr>
            <a:cxnSpLocks/>
          </p:cNvCxnSpPr>
          <p:nvPr/>
        </p:nvCxnSpPr>
        <p:spPr>
          <a:xfrm>
            <a:off x="5452430" y="4084242"/>
            <a:ext cx="7731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21BC246F-9519-A71B-7335-A3B2CBFFB302}"/>
              </a:ext>
            </a:extLst>
          </p:cNvPr>
          <p:cNvCxnSpPr/>
          <p:nvPr/>
        </p:nvCxnSpPr>
        <p:spPr>
          <a:xfrm>
            <a:off x="6199871" y="4398926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9BF39CE3-F669-B945-497A-4205ADF603A2}"/>
              </a:ext>
            </a:extLst>
          </p:cNvPr>
          <p:cNvCxnSpPr>
            <a:cxnSpLocks/>
          </p:cNvCxnSpPr>
          <p:nvPr/>
        </p:nvCxnSpPr>
        <p:spPr>
          <a:xfrm>
            <a:off x="5726430" y="3667946"/>
            <a:ext cx="5989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8206915-FC42-E3B2-2E1B-C23DD60D1F17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325425" y="3438408"/>
            <a:ext cx="0" cy="2367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B9F4D2B8-5FE7-BEB1-0E35-F2BBA3C06D36}"/>
              </a:ext>
            </a:extLst>
          </p:cNvPr>
          <p:cNvCxnSpPr/>
          <p:nvPr/>
        </p:nvCxnSpPr>
        <p:spPr>
          <a:xfrm>
            <a:off x="5452430" y="4887146"/>
            <a:ext cx="26342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2A147A9C-2239-345F-A285-30D90E01B919}"/>
              </a:ext>
            </a:extLst>
          </p:cNvPr>
          <p:cNvCxnSpPr>
            <a:cxnSpLocks/>
          </p:cNvCxnSpPr>
          <p:nvPr/>
        </p:nvCxnSpPr>
        <p:spPr>
          <a:xfrm>
            <a:off x="8349608" y="4887146"/>
            <a:ext cx="23963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5131B65B-D94F-13CF-A0B2-2CEBAD148F3E}"/>
              </a:ext>
            </a:extLst>
          </p:cNvPr>
          <p:cNvCxnSpPr>
            <a:cxnSpLocks/>
          </p:cNvCxnSpPr>
          <p:nvPr/>
        </p:nvCxnSpPr>
        <p:spPr>
          <a:xfrm flipH="1" flipV="1">
            <a:off x="4190467" y="4714751"/>
            <a:ext cx="1498" cy="286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B6F80CFE-6B23-FDA9-CC14-C6779129220C}"/>
              </a:ext>
            </a:extLst>
          </p:cNvPr>
          <p:cNvCxnSpPr>
            <a:cxnSpLocks/>
          </p:cNvCxnSpPr>
          <p:nvPr/>
        </p:nvCxnSpPr>
        <p:spPr>
          <a:xfrm>
            <a:off x="4191964" y="4724586"/>
            <a:ext cx="7001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D3296CC-6707-18DE-2CFC-AFD63951AF7A}"/>
              </a:ext>
            </a:extLst>
          </p:cNvPr>
          <p:cNvCxnSpPr>
            <a:cxnSpLocks/>
          </p:cNvCxnSpPr>
          <p:nvPr/>
        </p:nvCxnSpPr>
        <p:spPr>
          <a:xfrm>
            <a:off x="8349608" y="3015994"/>
            <a:ext cx="5486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142406A7-A99B-EB0E-3FD0-426BAE597AD9}"/>
              </a:ext>
            </a:extLst>
          </p:cNvPr>
          <p:cNvCxnSpPr>
            <a:cxnSpLocks/>
          </p:cNvCxnSpPr>
          <p:nvPr/>
        </p:nvCxnSpPr>
        <p:spPr>
          <a:xfrm flipH="1">
            <a:off x="8349608" y="3678106"/>
            <a:ext cx="5486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B09ECF49-5C99-84A7-620E-5514829D229D}"/>
              </a:ext>
            </a:extLst>
          </p:cNvPr>
          <p:cNvCxnSpPr>
            <a:cxnSpLocks/>
          </p:cNvCxnSpPr>
          <p:nvPr/>
        </p:nvCxnSpPr>
        <p:spPr>
          <a:xfrm flipH="1">
            <a:off x="6482962" y="3667946"/>
            <a:ext cx="1548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1C4A77B1-0124-BD70-92DD-DA3CCAD51E04}"/>
              </a:ext>
            </a:extLst>
          </p:cNvPr>
          <p:cNvCxnSpPr>
            <a:cxnSpLocks/>
          </p:cNvCxnSpPr>
          <p:nvPr/>
        </p:nvCxnSpPr>
        <p:spPr>
          <a:xfrm>
            <a:off x="6490370" y="3424305"/>
            <a:ext cx="0" cy="243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4063EDA8-8039-DA4C-C027-A18A8B50EDE4}"/>
              </a:ext>
            </a:extLst>
          </p:cNvPr>
          <p:cNvCxnSpPr>
            <a:cxnSpLocks/>
          </p:cNvCxnSpPr>
          <p:nvPr/>
        </p:nvCxnSpPr>
        <p:spPr>
          <a:xfrm>
            <a:off x="5452430" y="2773866"/>
            <a:ext cx="4579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79E5A626-1FFB-C7B7-6B5F-67F679DE011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699894" y="400050"/>
            <a:ext cx="0" cy="24358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17834FC4-D56A-257B-F5DD-76892FEA5AED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699894" y="399739"/>
            <a:ext cx="5047409" cy="9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78F3EA04-F9FF-57BD-0840-A297031898D5}"/>
              </a:ext>
            </a:extLst>
          </p:cNvPr>
          <p:cNvCxnSpPr/>
          <p:nvPr/>
        </p:nvCxnSpPr>
        <p:spPr>
          <a:xfrm>
            <a:off x="8349608" y="792666"/>
            <a:ext cx="23963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69BAD9A6-0E97-C6A0-D9F5-F4ECC5F663E6}"/>
              </a:ext>
            </a:extLst>
          </p:cNvPr>
          <p:cNvCxnSpPr/>
          <p:nvPr/>
        </p:nvCxnSpPr>
        <p:spPr>
          <a:xfrm>
            <a:off x="8349608" y="957215"/>
            <a:ext cx="23963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A4425BDD-8262-5F9C-65C0-7A3A8EA1A717}"/>
              </a:ext>
            </a:extLst>
          </p:cNvPr>
          <p:cNvCxnSpPr/>
          <p:nvPr/>
        </p:nvCxnSpPr>
        <p:spPr>
          <a:xfrm flipV="1">
            <a:off x="9578484" y="1120105"/>
            <a:ext cx="0" cy="15521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E58E414E-D6AA-6A3C-7F33-4C7F56292708}"/>
              </a:ext>
            </a:extLst>
          </p:cNvPr>
          <p:cNvCxnSpPr/>
          <p:nvPr/>
        </p:nvCxnSpPr>
        <p:spPr>
          <a:xfrm flipH="1">
            <a:off x="8349608" y="1134185"/>
            <a:ext cx="12288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346D6C29-95C8-CF1E-CDBF-9A11A59A29DB}"/>
              </a:ext>
            </a:extLst>
          </p:cNvPr>
          <p:cNvCxnSpPr/>
          <p:nvPr/>
        </p:nvCxnSpPr>
        <p:spPr>
          <a:xfrm>
            <a:off x="5452430" y="1320986"/>
            <a:ext cx="1666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F266E171-2036-0DE4-72FD-4A554FE0CA94}"/>
                  </a:ext>
                </a:extLst>
              </p14:cNvPr>
              <p14:cNvContentPartPr/>
              <p14:nvPr/>
            </p14:nvContentPartPr>
            <p14:xfrm>
              <a:off x="7215431" y="4443524"/>
              <a:ext cx="360" cy="36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F266E171-2036-0DE4-72FD-4A554FE0CA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9311" y="443740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92" name="TextBox 591">
            <a:extLst>
              <a:ext uri="{FF2B5EF4-FFF2-40B4-BE49-F238E27FC236}">
                <a16:creationId xmlns:a16="http://schemas.microsoft.com/office/drawing/2014/main" id="{1C5DBCB1-81C7-749F-61BE-1CE08F6DBA7E}"/>
              </a:ext>
            </a:extLst>
          </p:cNvPr>
          <p:cNvSpPr txBox="1"/>
          <p:nvPr/>
        </p:nvSpPr>
        <p:spPr>
          <a:xfrm>
            <a:off x="1075147" y="2124604"/>
            <a:ext cx="394214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600" dirty="0"/>
              <a:t>Buffer fetch</a:t>
            </a:r>
          </a:p>
        </p:txBody>
      </p: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141476D9-292A-6B5A-BACF-5F1FC537A7D4}"/>
              </a:ext>
            </a:extLst>
          </p:cNvPr>
          <p:cNvCxnSpPr>
            <a:cxnSpLocks/>
          </p:cNvCxnSpPr>
          <p:nvPr/>
        </p:nvCxnSpPr>
        <p:spPr>
          <a:xfrm>
            <a:off x="3181405" y="3874071"/>
            <a:ext cx="0" cy="2518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0C210217-0159-73B8-9E1A-35460441457A}"/>
              </a:ext>
            </a:extLst>
          </p:cNvPr>
          <p:cNvCxnSpPr>
            <a:cxnSpLocks/>
          </p:cNvCxnSpPr>
          <p:nvPr/>
        </p:nvCxnSpPr>
        <p:spPr>
          <a:xfrm>
            <a:off x="3252524" y="3749226"/>
            <a:ext cx="0" cy="27658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DC338CFF-D9B0-ED24-F274-F5F623BB37A6}"/>
              </a:ext>
            </a:extLst>
          </p:cNvPr>
          <p:cNvCxnSpPr/>
          <p:nvPr/>
        </p:nvCxnSpPr>
        <p:spPr>
          <a:xfrm>
            <a:off x="3181404" y="6400986"/>
            <a:ext cx="8798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F046BA5B-698A-131D-FFAC-807E0F91A9C6}"/>
              </a:ext>
            </a:extLst>
          </p:cNvPr>
          <p:cNvCxnSpPr>
            <a:stCxn id="45" idx="2"/>
          </p:cNvCxnSpPr>
          <p:nvPr/>
        </p:nvCxnSpPr>
        <p:spPr>
          <a:xfrm>
            <a:off x="11739804" y="3160332"/>
            <a:ext cx="23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61A5E13D-A4E8-0E67-689A-ED8AAC589070}"/>
              </a:ext>
            </a:extLst>
          </p:cNvPr>
          <p:cNvCxnSpPr>
            <a:cxnSpLocks/>
          </p:cNvCxnSpPr>
          <p:nvPr/>
        </p:nvCxnSpPr>
        <p:spPr>
          <a:xfrm>
            <a:off x="11969804" y="3160332"/>
            <a:ext cx="0" cy="3245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26FB9480-8840-A3C3-0B4F-D5B69028CE20}"/>
              </a:ext>
            </a:extLst>
          </p:cNvPr>
          <p:cNvCxnSpPr>
            <a:cxnSpLocks/>
          </p:cNvCxnSpPr>
          <p:nvPr/>
        </p:nvCxnSpPr>
        <p:spPr>
          <a:xfrm>
            <a:off x="5979160" y="3438408"/>
            <a:ext cx="0" cy="295477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DCAC5816-CA1E-9CF9-A989-AE5F32020D5D}"/>
              </a:ext>
            </a:extLst>
          </p:cNvPr>
          <p:cNvCxnSpPr>
            <a:cxnSpLocks/>
          </p:cNvCxnSpPr>
          <p:nvPr/>
        </p:nvCxnSpPr>
        <p:spPr>
          <a:xfrm>
            <a:off x="6045476" y="3438408"/>
            <a:ext cx="0" cy="287095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DB868F5F-C912-A9FA-F6B8-6780C3DBE645}"/>
              </a:ext>
            </a:extLst>
          </p:cNvPr>
          <p:cNvCxnSpPr/>
          <p:nvPr/>
        </p:nvCxnSpPr>
        <p:spPr>
          <a:xfrm>
            <a:off x="5452430" y="4385108"/>
            <a:ext cx="211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E587F835-5477-CE7E-27B4-095ADBABF0B0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5434335" y="3015995"/>
            <a:ext cx="473645" cy="7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656">
            <a:extLst>
              <a:ext uri="{FF2B5EF4-FFF2-40B4-BE49-F238E27FC236}">
                <a16:creationId xmlns:a16="http://schemas.microsoft.com/office/drawing/2014/main" id="{853C3F3B-3AE6-3419-22A9-B29D5631F7AD}"/>
              </a:ext>
            </a:extLst>
          </p:cNvPr>
          <p:cNvCxnSpPr/>
          <p:nvPr/>
        </p:nvCxnSpPr>
        <p:spPr>
          <a:xfrm>
            <a:off x="3498857" y="1850532"/>
            <a:ext cx="0" cy="4777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659">
            <a:extLst>
              <a:ext uri="{FF2B5EF4-FFF2-40B4-BE49-F238E27FC236}">
                <a16:creationId xmlns:a16="http://schemas.microsoft.com/office/drawing/2014/main" id="{06616238-335F-9283-AC4C-D12ABED25475}"/>
              </a:ext>
            </a:extLst>
          </p:cNvPr>
          <p:cNvCxnSpPr/>
          <p:nvPr/>
        </p:nvCxnSpPr>
        <p:spPr>
          <a:xfrm>
            <a:off x="3498857" y="2320671"/>
            <a:ext cx="16322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661">
            <a:extLst>
              <a:ext uri="{FF2B5EF4-FFF2-40B4-BE49-F238E27FC236}">
                <a16:creationId xmlns:a16="http://schemas.microsoft.com/office/drawing/2014/main" id="{BD38F6A0-19AE-EEEA-2B9D-5C904B866F64}"/>
              </a:ext>
            </a:extLst>
          </p:cNvPr>
          <p:cNvCxnSpPr/>
          <p:nvPr/>
        </p:nvCxnSpPr>
        <p:spPr>
          <a:xfrm>
            <a:off x="3599322" y="1666426"/>
            <a:ext cx="0" cy="8066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663">
            <a:extLst>
              <a:ext uri="{FF2B5EF4-FFF2-40B4-BE49-F238E27FC236}">
                <a16:creationId xmlns:a16="http://schemas.microsoft.com/office/drawing/2014/main" id="{B315B92A-C3EF-89FC-D166-B0DA158E7F13}"/>
              </a:ext>
            </a:extLst>
          </p:cNvPr>
          <p:cNvCxnSpPr/>
          <p:nvPr/>
        </p:nvCxnSpPr>
        <p:spPr>
          <a:xfrm>
            <a:off x="3592178" y="2481326"/>
            <a:ext cx="15317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A4B1FD31-5C75-96E9-477E-E419085B3BE8}"/>
              </a:ext>
            </a:extLst>
          </p:cNvPr>
          <p:cNvCxnSpPr>
            <a:cxnSpLocks/>
          </p:cNvCxnSpPr>
          <p:nvPr/>
        </p:nvCxnSpPr>
        <p:spPr>
          <a:xfrm flipH="1" flipV="1">
            <a:off x="4676360" y="76200"/>
            <a:ext cx="25337" cy="24790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DC7D2963-668C-DA2D-21B5-17A0AC88F783}"/>
              </a:ext>
            </a:extLst>
          </p:cNvPr>
          <p:cNvCxnSpPr/>
          <p:nvPr/>
        </p:nvCxnSpPr>
        <p:spPr>
          <a:xfrm>
            <a:off x="5452430" y="2316226"/>
            <a:ext cx="25791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9738461B-7CC7-2C16-754E-E759D3F77F59}"/>
              </a:ext>
            </a:extLst>
          </p:cNvPr>
          <p:cNvCxnSpPr/>
          <p:nvPr/>
        </p:nvCxnSpPr>
        <p:spPr>
          <a:xfrm>
            <a:off x="5452430" y="2453386"/>
            <a:ext cx="25791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9D3B8284-3CFB-8B05-17BA-94E8F8B03C75}"/>
              </a:ext>
            </a:extLst>
          </p:cNvPr>
          <p:cNvCxnSpPr>
            <a:cxnSpLocks/>
          </p:cNvCxnSpPr>
          <p:nvPr/>
        </p:nvCxnSpPr>
        <p:spPr>
          <a:xfrm flipH="1">
            <a:off x="5654384" y="4385108"/>
            <a:ext cx="3466" cy="223667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8F311662-8649-8587-0709-06C51B226425}"/>
              </a:ext>
            </a:extLst>
          </p:cNvPr>
          <p:cNvCxnSpPr/>
          <p:nvPr/>
        </p:nvCxnSpPr>
        <p:spPr>
          <a:xfrm>
            <a:off x="5452430" y="4553937"/>
            <a:ext cx="1237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686">
            <a:extLst>
              <a:ext uri="{FF2B5EF4-FFF2-40B4-BE49-F238E27FC236}">
                <a16:creationId xmlns:a16="http://schemas.microsoft.com/office/drawing/2014/main" id="{DE2B9631-05AF-7182-D436-9263A7FCB166}"/>
              </a:ext>
            </a:extLst>
          </p:cNvPr>
          <p:cNvCxnSpPr>
            <a:cxnSpLocks/>
          </p:cNvCxnSpPr>
          <p:nvPr/>
        </p:nvCxnSpPr>
        <p:spPr>
          <a:xfrm flipH="1">
            <a:off x="5555470" y="4553937"/>
            <a:ext cx="8377" cy="211356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6" name="Straight Connector 695">
            <a:extLst>
              <a:ext uri="{FF2B5EF4-FFF2-40B4-BE49-F238E27FC236}">
                <a16:creationId xmlns:a16="http://schemas.microsoft.com/office/drawing/2014/main" id="{B7976B97-60E7-E87E-993A-6680664A6EF2}"/>
              </a:ext>
            </a:extLst>
          </p:cNvPr>
          <p:cNvCxnSpPr>
            <a:endCxn id="10" idx="1"/>
          </p:cNvCxnSpPr>
          <p:nvPr/>
        </p:nvCxnSpPr>
        <p:spPr>
          <a:xfrm>
            <a:off x="848981" y="3078112"/>
            <a:ext cx="278295" cy="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697">
            <a:extLst>
              <a:ext uri="{FF2B5EF4-FFF2-40B4-BE49-F238E27FC236}">
                <a16:creationId xmlns:a16="http://schemas.microsoft.com/office/drawing/2014/main" id="{EF8F361B-42BD-BD17-34A8-C8644CF011BB}"/>
              </a:ext>
            </a:extLst>
          </p:cNvPr>
          <p:cNvCxnSpPr/>
          <p:nvPr/>
        </p:nvCxnSpPr>
        <p:spPr>
          <a:xfrm flipH="1">
            <a:off x="105022" y="3053266"/>
            <a:ext cx="445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55A62979-E550-C991-55C3-A0AE1AC63A3F}"/>
              </a:ext>
            </a:extLst>
          </p:cNvPr>
          <p:cNvCxnSpPr>
            <a:cxnSpLocks/>
          </p:cNvCxnSpPr>
          <p:nvPr/>
        </p:nvCxnSpPr>
        <p:spPr>
          <a:xfrm>
            <a:off x="105022" y="3053266"/>
            <a:ext cx="0" cy="3169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702">
            <a:extLst>
              <a:ext uri="{FF2B5EF4-FFF2-40B4-BE49-F238E27FC236}">
                <a16:creationId xmlns:a16="http://schemas.microsoft.com/office/drawing/2014/main" id="{39148619-1281-6568-43B1-6856D7A7B17E}"/>
              </a:ext>
            </a:extLst>
          </p:cNvPr>
          <p:cNvCxnSpPr>
            <a:cxnSpLocks/>
          </p:cNvCxnSpPr>
          <p:nvPr/>
        </p:nvCxnSpPr>
        <p:spPr>
          <a:xfrm>
            <a:off x="109015" y="6212586"/>
            <a:ext cx="65189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3FCA44CC-EDC2-EBF7-4C53-998EC368718A}"/>
              </a:ext>
            </a:extLst>
          </p:cNvPr>
          <p:cNvCxnSpPr>
            <a:cxnSpLocks/>
          </p:cNvCxnSpPr>
          <p:nvPr/>
        </p:nvCxnSpPr>
        <p:spPr>
          <a:xfrm flipV="1">
            <a:off x="6616312" y="4271010"/>
            <a:ext cx="28328" cy="19415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9C907F1E-C0FA-21F3-AC90-97D9AEF09DCA}"/>
              </a:ext>
            </a:extLst>
          </p:cNvPr>
          <p:cNvCxnSpPr/>
          <p:nvPr/>
        </p:nvCxnSpPr>
        <p:spPr>
          <a:xfrm>
            <a:off x="1535484" y="4084242"/>
            <a:ext cx="1251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39373D73-04C2-EDF6-A3F3-BDC3774B1BF2}"/>
              </a:ext>
            </a:extLst>
          </p:cNvPr>
          <p:cNvCxnSpPr/>
          <p:nvPr/>
        </p:nvCxnSpPr>
        <p:spPr>
          <a:xfrm>
            <a:off x="11064035" y="4887146"/>
            <a:ext cx="4176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715">
            <a:extLst>
              <a:ext uri="{FF2B5EF4-FFF2-40B4-BE49-F238E27FC236}">
                <a16:creationId xmlns:a16="http://schemas.microsoft.com/office/drawing/2014/main" id="{97D17B24-5BA5-8B09-FD41-96870420526E}"/>
              </a:ext>
            </a:extLst>
          </p:cNvPr>
          <p:cNvCxnSpPr/>
          <p:nvPr/>
        </p:nvCxnSpPr>
        <p:spPr>
          <a:xfrm>
            <a:off x="11077822" y="5669466"/>
            <a:ext cx="223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1DE6543E-C6A3-B23F-188A-A60AF0357174}"/>
              </a:ext>
            </a:extLst>
          </p:cNvPr>
          <p:cNvCxnSpPr>
            <a:cxnSpLocks/>
          </p:cNvCxnSpPr>
          <p:nvPr/>
        </p:nvCxnSpPr>
        <p:spPr>
          <a:xfrm>
            <a:off x="11479142" y="4887146"/>
            <a:ext cx="0" cy="176829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0" name="Straight Connector 719">
            <a:extLst>
              <a:ext uri="{FF2B5EF4-FFF2-40B4-BE49-F238E27FC236}">
                <a16:creationId xmlns:a16="http://schemas.microsoft.com/office/drawing/2014/main" id="{25C62647-577D-C3BC-292A-3B3B7A129BB1}"/>
              </a:ext>
            </a:extLst>
          </p:cNvPr>
          <p:cNvCxnSpPr/>
          <p:nvPr/>
        </p:nvCxnSpPr>
        <p:spPr>
          <a:xfrm flipV="1">
            <a:off x="11296262" y="3507486"/>
            <a:ext cx="0" cy="21619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721">
            <a:extLst>
              <a:ext uri="{FF2B5EF4-FFF2-40B4-BE49-F238E27FC236}">
                <a16:creationId xmlns:a16="http://schemas.microsoft.com/office/drawing/2014/main" id="{CC929033-F398-90A8-B832-B2E51730793B}"/>
              </a:ext>
            </a:extLst>
          </p:cNvPr>
          <p:cNvCxnSpPr/>
          <p:nvPr/>
        </p:nvCxnSpPr>
        <p:spPr>
          <a:xfrm>
            <a:off x="11301342" y="3517646"/>
            <a:ext cx="1204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723">
            <a:extLst>
              <a:ext uri="{FF2B5EF4-FFF2-40B4-BE49-F238E27FC236}">
                <a16:creationId xmlns:a16="http://schemas.microsoft.com/office/drawing/2014/main" id="{2C770EA2-4DE1-08C8-9BC1-E33C734832BC}"/>
              </a:ext>
            </a:extLst>
          </p:cNvPr>
          <p:cNvCxnSpPr>
            <a:cxnSpLocks/>
          </p:cNvCxnSpPr>
          <p:nvPr/>
        </p:nvCxnSpPr>
        <p:spPr>
          <a:xfrm>
            <a:off x="11073127" y="4446651"/>
            <a:ext cx="1399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725">
            <a:extLst>
              <a:ext uri="{FF2B5EF4-FFF2-40B4-BE49-F238E27FC236}">
                <a16:creationId xmlns:a16="http://schemas.microsoft.com/office/drawing/2014/main" id="{112D6570-3B6B-2D37-BA8B-3E2D2C3BD537}"/>
              </a:ext>
            </a:extLst>
          </p:cNvPr>
          <p:cNvCxnSpPr/>
          <p:nvPr/>
        </p:nvCxnSpPr>
        <p:spPr>
          <a:xfrm flipV="1">
            <a:off x="11212442" y="3286506"/>
            <a:ext cx="0" cy="11709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727">
            <a:extLst>
              <a:ext uri="{FF2B5EF4-FFF2-40B4-BE49-F238E27FC236}">
                <a16:creationId xmlns:a16="http://schemas.microsoft.com/office/drawing/2014/main" id="{6EF8723D-1443-B7E4-60C1-E2E309619847}"/>
              </a:ext>
            </a:extLst>
          </p:cNvPr>
          <p:cNvCxnSpPr/>
          <p:nvPr/>
        </p:nvCxnSpPr>
        <p:spPr>
          <a:xfrm>
            <a:off x="11220062" y="3286506"/>
            <a:ext cx="2016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739C957E-86CA-C374-6EC0-F2AACCA34A60}"/>
              </a:ext>
            </a:extLst>
          </p:cNvPr>
          <p:cNvCxnSpPr/>
          <p:nvPr/>
        </p:nvCxnSpPr>
        <p:spPr>
          <a:xfrm>
            <a:off x="11073127" y="3053266"/>
            <a:ext cx="3486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731">
            <a:extLst>
              <a:ext uri="{FF2B5EF4-FFF2-40B4-BE49-F238E27FC236}">
                <a16:creationId xmlns:a16="http://schemas.microsoft.com/office/drawing/2014/main" id="{33AEA5D2-82EC-4B1A-13AC-DD0862C267AE}"/>
              </a:ext>
            </a:extLst>
          </p:cNvPr>
          <p:cNvCxnSpPr/>
          <p:nvPr/>
        </p:nvCxnSpPr>
        <p:spPr>
          <a:xfrm>
            <a:off x="11281022" y="2910586"/>
            <a:ext cx="1407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733">
            <a:extLst>
              <a:ext uri="{FF2B5EF4-FFF2-40B4-BE49-F238E27FC236}">
                <a16:creationId xmlns:a16="http://schemas.microsoft.com/office/drawing/2014/main" id="{DFFA6A11-7D7B-67CB-F71F-11D534C85B4E}"/>
              </a:ext>
            </a:extLst>
          </p:cNvPr>
          <p:cNvCxnSpPr/>
          <p:nvPr/>
        </p:nvCxnSpPr>
        <p:spPr>
          <a:xfrm>
            <a:off x="11073127" y="2222056"/>
            <a:ext cx="2231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735">
            <a:extLst>
              <a:ext uri="{FF2B5EF4-FFF2-40B4-BE49-F238E27FC236}">
                <a16:creationId xmlns:a16="http://schemas.microsoft.com/office/drawing/2014/main" id="{7C5EE542-FB48-38FC-8A6F-0835F2DB42E2}"/>
              </a:ext>
            </a:extLst>
          </p:cNvPr>
          <p:cNvCxnSpPr/>
          <p:nvPr/>
        </p:nvCxnSpPr>
        <p:spPr>
          <a:xfrm>
            <a:off x="11293722" y="2222056"/>
            <a:ext cx="0" cy="685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737">
            <a:extLst>
              <a:ext uri="{FF2B5EF4-FFF2-40B4-BE49-F238E27FC236}">
                <a16:creationId xmlns:a16="http://schemas.microsoft.com/office/drawing/2014/main" id="{F9187852-25C0-9B93-5B45-AF8A7A9DCBFF}"/>
              </a:ext>
            </a:extLst>
          </p:cNvPr>
          <p:cNvCxnSpPr>
            <a:cxnSpLocks/>
          </p:cNvCxnSpPr>
          <p:nvPr/>
        </p:nvCxnSpPr>
        <p:spPr>
          <a:xfrm>
            <a:off x="11073127" y="966380"/>
            <a:ext cx="491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739">
            <a:extLst>
              <a:ext uri="{FF2B5EF4-FFF2-40B4-BE49-F238E27FC236}">
                <a16:creationId xmlns:a16="http://schemas.microsoft.com/office/drawing/2014/main" id="{BB11D0FC-658C-D8A4-F30A-D2137B2CCFCB}"/>
              </a:ext>
            </a:extLst>
          </p:cNvPr>
          <p:cNvCxnSpPr>
            <a:cxnSpLocks/>
            <a:endCxn id="45" idx="3"/>
          </p:cNvCxnSpPr>
          <p:nvPr/>
        </p:nvCxnSpPr>
        <p:spPr>
          <a:xfrm>
            <a:off x="11557000" y="975546"/>
            <a:ext cx="23777" cy="1791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0C6F1D77-F44D-A106-CE1E-D7BD362F77D2}"/>
              </a:ext>
            </a:extLst>
          </p:cNvPr>
          <p:cNvCxnSpPr>
            <a:cxnSpLocks/>
          </p:cNvCxnSpPr>
          <p:nvPr/>
        </p:nvCxnSpPr>
        <p:spPr>
          <a:xfrm>
            <a:off x="11073127" y="792666"/>
            <a:ext cx="3486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3F95AC42-FB33-4BB1-7587-2101C4E2923E}"/>
              </a:ext>
            </a:extLst>
          </p:cNvPr>
          <p:cNvCxnSpPr>
            <a:cxnSpLocks/>
          </p:cNvCxnSpPr>
          <p:nvPr/>
        </p:nvCxnSpPr>
        <p:spPr>
          <a:xfrm flipV="1">
            <a:off x="11421750" y="76200"/>
            <a:ext cx="0" cy="7164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745">
            <a:extLst>
              <a:ext uri="{FF2B5EF4-FFF2-40B4-BE49-F238E27FC236}">
                <a16:creationId xmlns:a16="http://schemas.microsoft.com/office/drawing/2014/main" id="{188E556B-2165-26C5-EB27-E2736BA24271}"/>
              </a:ext>
            </a:extLst>
          </p:cNvPr>
          <p:cNvCxnSpPr>
            <a:cxnSpLocks/>
          </p:cNvCxnSpPr>
          <p:nvPr/>
        </p:nvCxnSpPr>
        <p:spPr>
          <a:xfrm flipH="1">
            <a:off x="4665985" y="80704"/>
            <a:ext cx="67557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AC2D8F4C-AA93-6879-B913-1F9CE8314668}"/>
              </a:ext>
            </a:extLst>
          </p:cNvPr>
          <p:cNvCxnSpPr/>
          <p:nvPr/>
        </p:nvCxnSpPr>
        <p:spPr>
          <a:xfrm>
            <a:off x="8349608" y="4444746"/>
            <a:ext cx="23963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Straight Connector 749">
            <a:extLst>
              <a:ext uri="{FF2B5EF4-FFF2-40B4-BE49-F238E27FC236}">
                <a16:creationId xmlns:a16="http://schemas.microsoft.com/office/drawing/2014/main" id="{B3290C41-EAFE-7268-FF16-92967A19D528}"/>
              </a:ext>
            </a:extLst>
          </p:cNvPr>
          <p:cNvCxnSpPr>
            <a:cxnSpLocks/>
          </p:cNvCxnSpPr>
          <p:nvPr/>
        </p:nvCxnSpPr>
        <p:spPr>
          <a:xfrm>
            <a:off x="7181882" y="4439666"/>
            <a:ext cx="8496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754">
            <a:extLst>
              <a:ext uri="{FF2B5EF4-FFF2-40B4-BE49-F238E27FC236}">
                <a16:creationId xmlns:a16="http://schemas.microsoft.com/office/drawing/2014/main" id="{5A66E9FC-723A-53E7-F89C-42B5D028E7DB}"/>
              </a:ext>
            </a:extLst>
          </p:cNvPr>
          <p:cNvCxnSpPr/>
          <p:nvPr/>
        </p:nvCxnSpPr>
        <p:spPr>
          <a:xfrm>
            <a:off x="9660480" y="3015994"/>
            <a:ext cx="27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81D9C281-BC8F-9622-1E02-F790E41895C4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10542924" y="2972468"/>
            <a:ext cx="203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F833DA95-278B-327D-E9A1-39813F6B19AC}"/>
              </a:ext>
            </a:extLst>
          </p:cNvPr>
          <p:cNvCxnSpPr>
            <a:cxnSpLocks/>
          </p:cNvCxnSpPr>
          <p:nvPr/>
        </p:nvCxnSpPr>
        <p:spPr>
          <a:xfrm flipV="1">
            <a:off x="8676754" y="2222056"/>
            <a:ext cx="0" cy="7825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>
            <a:extLst>
              <a:ext uri="{FF2B5EF4-FFF2-40B4-BE49-F238E27FC236}">
                <a16:creationId xmlns:a16="http://schemas.microsoft.com/office/drawing/2014/main" id="{80358AA2-37E1-98BF-DB34-5E7E80D3573F}"/>
              </a:ext>
            </a:extLst>
          </p:cNvPr>
          <p:cNvCxnSpPr>
            <a:cxnSpLocks/>
          </p:cNvCxnSpPr>
          <p:nvPr/>
        </p:nvCxnSpPr>
        <p:spPr>
          <a:xfrm>
            <a:off x="8676754" y="2222056"/>
            <a:ext cx="2078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762">
            <a:extLst>
              <a:ext uri="{FF2B5EF4-FFF2-40B4-BE49-F238E27FC236}">
                <a16:creationId xmlns:a16="http://schemas.microsoft.com/office/drawing/2014/main" id="{F1A2DE5A-8126-7960-8DFE-F8276B1D64E3}"/>
              </a:ext>
            </a:extLst>
          </p:cNvPr>
          <p:cNvCxnSpPr>
            <a:cxnSpLocks/>
          </p:cNvCxnSpPr>
          <p:nvPr/>
        </p:nvCxnSpPr>
        <p:spPr>
          <a:xfrm>
            <a:off x="8349608" y="2331466"/>
            <a:ext cx="17992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768">
            <a:extLst>
              <a:ext uri="{FF2B5EF4-FFF2-40B4-BE49-F238E27FC236}">
                <a16:creationId xmlns:a16="http://schemas.microsoft.com/office/drawing/2014/main" id="{ED7514A5-6E08-8C99-F620-BCBA3AB4CED0}"/>
              </a:ext>
            </a:extLst>
          </p:cNvPr>
          <p:cNvCxnSpPr>
            <a:cxnSpLocks/>
          </p:cNvCxnSpPr>
          <p:nvPr/>
        </p:nvCxnSpPr>
        <p:spPr>
          <a:xfrm>
            <a:off x="10130402" y="2328291"/>
            <a:ext cx="0" cy="319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772">
            <a:extLst>
              <a:ext uri="{FF2B5EF4-FFF2-40B4-BE49-F238E27FC236}">
                <a16:creationId xmlns:a16="http://schemas.microsoft.com/office/drawing/2014/main" id="{19353FC2-5F33-57C6-C735-C1534723165D}"/>
              </a:ext>
            </a:extLst>
          </p:cNvPr>
          <p:cNvCxnSpPr/>
          <p:nvPr/>
        </p:nvCxnSpPr>
        <p:spPr>
          <a:xfrm flipV="1">
            <a:off x="10031342" y="2458466"/>
            <a:ext cx="0" cy="1895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774">
            <a:extLst>
              <a:ext uri="{FF2B5EF4-FFF2-40B4-BE49-F238E27FC236}">
                <a16:creationId xmlns:a16="http://schemas.microsoft.com/office/drawing/2014/main" id="{32F8E965-8B1F-5107-98A5-564A146CCBC8}"/>
              </a:ext>
            </a:extLst>
          </p:cNvPr>
          <p:cNvCxnSpPr>
            <a:cxnSpLocks/>
          </p:cNvCxnSpPr>
          <p:nvPr/>
        </p:nvCxnSpPr>
        <p:spPr>
          <a:xfrm>
            <a:off x="8349608" y="2468626"/>
            <a:ext cx="16766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F0D119CB-2103-CF50-D741-EB38B3B0BBDC}"/>
              </a:ext>
            </a:extLst>
          </p:cNvPr>
          <p:cNvCxnSpPr/>
          <p:nvPr/>
        </p:nvCxnSpPr>
        <p:spPr>
          <a:xfrm>
            <a:off x="9033370" y="2093544"/>
            <a:ext cx="0" cy="574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92A2536A-A825-9650-D43A-3DB1305CC72C}"/>
              </a:ext>
            </a:extLst>
          </p:cNvPr>
          <p:cNvCxnSpPr/>
          <p:nvPr/>
        </p:nvCxnSpPr>
        <p:spPr>
          <a:xfrm flipV="1">
            <a:off x="8517502" y="1625346"/>
            <a:ext cx="0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2BBF8836-F9F3-B778-B757-C20825D7C552}"/>
              </a:ext>
            </a:extLst>
          </p:cNvPr>
          <p:cNvCxnSpPr/>
          <p:nvPr/>
        </p:nvCxnSpPr>
        <p:spPr>
          <a:xfrm>
            <a:off x="8514962" y="1630426"/>
            <a:ext cx="1617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B2369178-40BB-C974-7960-BA6E39B16B06}"/>
              </a:ext>
            </a:extLst>
          </p:cNvPr>
          <p:cNvCxnSpPr/>
          <p:nvPr/>
        </p:nvCxnSpPr>
        <p:spPr>
          <a:xfrm flipV="1">
            <a:off x="8438762" y="1534346"/>
            <a:ext cx="0" cy="781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629B9451-EAB5-C838-EF82-A0146DC0A923}"/>
              </a:ext>
            </a:extLst>
          </p:cNvPr>
          <p:cNvCxnSpPr/>
          <p:nvPr/>
        </p:nvCxnSpPr>
        <p:spPr>
          <a:xfrm>
            <a:off x="8443842" y="1534346"/>
            <a:ext cx="2329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6" name="TextBox 795">
            <a:extLst>
              <a:ext uri="{FF2B5EF4-FFF2-40B4-BE49-F238E27FC236}">
                <a16:creationId xmlns:a16="http://schemas.microsoft.com/office/drawing/2014/main" id="{1346A91E-8AF7-53FD-7019-C216AE9CDEC2}"/>
              </a:ext>
            </a:extLst>
          </p:cNvPr>
          <p:cNvSpPr txBox="1"/>
          <p:nvPr/>
        </p:nvSpPr>
        <p:spPr>
          <a:xfrm>
            <a:off x="6800562" y="415427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" dirty="0">
                <a:solidFill>
                  <a:schemeClr val="bg2"/>
                </a:solidFill>
              </a:rPr>
              <a:t>UI</a:t>
            </a:r>
          </a:p>
          <a:p>
            <a:pPr algn="ctr"/>
            <a:r>
              <a:rPr lang="en-IN" sz="800" dirty="0">
                <a:solidFill>
                  <a:schemeClr val="bg2"/>
                </a:solidFill>
              </a:rPr>
              <a:t>Select</a:t>
            </a:r>
          </a:p>
          <a:p>
            <a:pPr algn="ctr"/>
            <a:r>
              <a:rPr lang="en-IN" sz="800" dirty="0">
                <a:solidFill>
                  <a:schemeClr val="bg2"/>
                </a:solidFill>
              </a:rPr>
              <a:t>mux</a:t>
            </a:r>
          </a:p>
        </p:txBody>
      </p:sp>
      <p:sp>
        <p:nvSpPr>
          <p:cNvPr id="797" name="TextBox 796">
            <a:extLst>
              <a:ext uri="{FF2B5EF4-FFF2-40B4-BE49-F238E27FC236}">
                <a16:creationId xmlns:a16="http://schemas.microsoft.com/office/drawing/2014/main" id="{FB6A10F8-9A1E-1961-78D2-553C3F8C2D38}"/>
              </a:ext>
            </a:extLst>
          </p:cNvPr>
          <p:cNvSpPr txBox="1"/>
          <p:nvPr/>
        </p:nvSpPr>
        <p:spPr>
          <a:xfrm>
            <a:off x="5780525" y="15421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900" dirty="0">
                <a:solidFill>
                  <a:schemeClr val="bg2"/>
                </a:solidFill>
              </a:rPr>
              <a:t>PC </a:t>
            </a:r>
            <a:r>
              <a:rPr lang="en-IN" sz="900" dirty="0" err="1">
                <a:solidFill>
                  <a:schemeClr val="bg2"/>
                </a:solidFill>
              </a:rPr>
              <a:t>src</a:t>
            </a:r>
            <a:endParaRPr lang="en-IN" sz="900" dirty="0">
              <a:solidFill>
                <a:schemeClr val="bg2"/>
              </a:solidFill>
            </a:endParaRPr>
          </a:p>
          <a:p>
            <a:pPr algn="ctr"/>
            <a:r>
              <a:rPr lang="en-IN" sz="900" dirty="0">
                <a:solidFill>
                  <a:schemeClr val="bg2"/>
                </a:solidFill>
              </a:rPr>
              <a:t>logic</a:t>
            </a:r>
          </a:p>
        </p:txBody>
      </p:sp>
      <p:sp>
        <p:nvSpPr>
          <p:cNvPr id="798" name="TextBox 797">
            <a:extLst>
              <a:ext uri="{FF2B5EF4-FFF2-40B4-BE49-F238E27FC236}">
                <a16:creationId xmlns:a16="http://schemas.microsoft.com/office/drawing/2014/main" id="{E3EDB3C8-BA24-435C-A908-01088E849203}"/>
              </a:ext>
            </a:extLst>
          </p:cNvPr>
          <p:cNvSpPr txBox="1"/>
          <p:nvPr/>
        </p:nvSpPr>
        <p:spPr>
          <a:xfrm>
            <a:off x="8763826" y="1450422"/>
            <a:ext cx="556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>
                <a:solidFill>
                  <a:schemeClr val="bg2"/>
                </a:solidFill>
              </a:rPr>
              <a:t>Store</a:t>
            </a:r>
          </a:p>
          <a:p>
            <a:pPr algn="ctr"/>
            <a:r>
              <a:rPr lang="en-IN" sz="1000" dirty="0">
                <a:solidFill>
                  <a:schemeClr val="bg2"/>
                </a:solidFill>
              </a:rPr>
              <a:t>format</a:t>
            </a: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6542736C-478E-2F2C-2C95-8FE4D868E226}"/>
              </a:ext>
            </a:extLst>
          </p:cNvPr>
          <p:cNvSpPr txBox="1"/>
          <p:nvPr/>
        </p:nvSpPr>
        <p:spPr>
          <a:xfrm>
            <a:off x="9946692" y="2738743"/>
            <a:ext cx="5854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2"/>
                </a:solidFill>
              </a:rPr>
              <a:t>Load </a:t>
            </a:r>
          </a:p>
          <a:p>
            <a:r>
              <a:rPr lang="en-IN" sz="1000" dirty="0">
                <a:solidFill>
                  <a:schemeClr val="bg2"/>
                </a:solidFill>
              </a:rPr>
              <a:t>Format</a:t>
            </a: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D20182C1-E614-0DE2-95AD-04DF0503984E}"/>
              </a:ext>
            </a:extLst>
          </p:cNvPr>
          <p:cNvSpPr txBox="1"/>
          <p:nvPr/>
        </p:nvSpPr>
        <p:spPr>
          <a:xfrm>
            <a:off x="11417111" y="2785271"/>
            <a:ext cx="35618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900" dirty="0">
                <a:solidFill>
                  <a:schemeClr val="bg2"/>
                </a:solidFill>
              </a:rPr>
              <a:t>WB</a:t>
            </a:r>
          </a:p>
          <a:p>
            <a:pPr algn="ctr"/>
            <a:r>
              <a:rPr lang="en-IN" sz="1200" dirty="0">
                <a:solidFill>
                  <a:schemeClr val="bg2"/>
                </a:solidFill>
              </a:rPr>
              <a:t>M</a:t>
            </a:r>
          </a:p>
          <a:p>
            <a:pPr algn="ctr"/>
            <a:r>
              <a:rPr lang="en-IN" sz="1200" dirty="0">
                <a:solidFill>
                  <a:schemeClr val="bg2"/>
                </a:solidFill>
              </a:rPr>
              <a:t>U</a:t>
            </a:r>
          </a:p>
          <a:p>
            <a:pPr algn="ctr"/>
            <a:r>
              <a:rPr lang="en-IN" sz="1200" dirty="0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731123CD-956C-E01B-1450-3AEA9B6C2363}"/>
              </a:ext>
            </a:extLst>
          </p:cNvPr>
          <p:cNvSpPr txBox="1"/>
          <p:nvPr/>
        </p:nvSpPr>
        <p:spPr>
          <a:xfrm>
            <a:off x="483926" y="2844800"/>
            <a:ext cx="4235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700" dirty="0">
                <a:solidFill>
                  <a:schemeClr val="bg2"/>
                </a:solidFill>
              </a:rPr>
              <a:t>PC</a:t>
            </a:r>
          </a:p>
          <a:p>
            <a:pPr algn="ctr"/>
            <a:r>
              <a:rPr lang="en-IN" sz="700" dirty="0">
                <a:solidFill>
                  <a:schemeClr val="bg2"/>
                </a:solidFill>
              </a:rPr>
              <a:t>select</a:t>
            </a:r>
          </a:p>
          <a:p>
            <a:pPr algn="ctr"/>
            <a:r>
              <a:rPr lang="en-IN" sz="1000" dirty="0">
                <a:solidFill>
                  <a:schemeClr val="bg2"/>
                </a:solidFill>
              </a:rPr>
              <a:t>M</a:t>
            </a:r>
          </a:p>
          <a:p>
            <a:pPr algn="ctr"/>
            <a:r>
              <a:rPr lang="en-IN" sz="1000" dirty="0">
                <a:solidFill>
                  <a:schemeClr val="bg2"/>
                </a:solidFill>
              </a:rPr>
              <a:t>U</a:t>
            </a:r>
          </a:p>
          <a:p>
            <a:pPr algn="ctr"/>
            <a:r>
              <a:rPr lang="en-IN" sz="1000" dirty="0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806" name="Rectangle: Rounded Corners 805">
            <a:extLst>
              <a:ext uri="{FF2B5EF4-FFF2-40B4-BE49-F238E27FC236}">
                <a16:creationId xmlns:a16="http://schemas.microsoft.com/office/drawing/2014/main" id="{4E0A8091-A22A-E5A2-DD45-1953A3AE6D7E}"/>
              </a:ext>
            </a:extLst>
          </p:cNvPr>
          <p:cNvSpPr/>
          <p:nvPr/>
        </p:nvSpPr>
        <p:spPr>
          <a:xfrm>
            <a:off x="748528" y="6628785"/>
            <a:ext cx="10991276" cy="2366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HAZARD UNIT</a:t>
            </a:r>
          </a:p>
        </p:txBody>
      </p:sp>
      <p:cxnSp>
        <p:nvCxnSpPr>
          <p:cNvPr id="828" name="Straight Connector 827">
            <a:extLst>
              <a:ext uri="{FF2B5EF4-FFF2-40B4-BE49-F238E27FC236}">
                <a16:creationId xmlns:a16="http://schemas.microsoft.com/office/drawing/2014/main" id="{1D56493B-9615-ACB2-C4C9-F6CF3F6BE6E1}"/>
              </a:ext>
            </a:extLst>
          </p:cNvPr>
          <p:cNvCxnSpPr>
            <a:cxnSpLocks/>
          </p:cNvCxnSpPr>
          <p:nvPr/>
        </p:nvCxnSpPr>
        <p:spPr>
          <a:xfrm>
            <a:off x="10607895" y="792666"/>
            <a:ext cx="0" cy="585120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34" name="Straight Connector 833">
            <a:extLst>
              <a:ext uri="{FF2B5EF4-FFF2-40B4-BE49-F238E27FC236}">
                <a16:creationId xmlns:a16="http://schemas.microsoft.com/office/drawing/2014/main" id="{13838214-77FC-2A27-4598-1FAB08B55D8F}"/>
              </a:ext>
            </a:extLst>
          </p:cNvPr>
          <p:cNvCxnSpPr>
            <a:cxnSpLocks/>
          </p:cNvCxnSpPr>
          <p:nvPr/>
        </p:nvCxnSpPr>
        <p:spPr>
          <a:xfrm>
            <a:off x="11137582" y="792666"/>
            <a:ext cx="0" cy="588592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51B83971-D81B-999E-9C05-66B45D57D417}"/>
              </a:ext>
            </a:extLst>
          </p:cNvPr>
          <p:cNvCxnSpPr>
            <a:cxnSpLocks/>
          </p:cNvCxnSpPr>
          <p:nvPr/>
        </p:nvCxnSpPr>
        <p:spPr>
          <a:xfrm>
            <a:off x="5791245" y="3160686"/>
            <a:ext cx="0" cy="346871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14045BE9-DCD4-02D9-EE93-2E8A1B9EF0F8}"/>
              </a:ext>
            </a:extLst>
          </p:cNvPr>
          <p:cNvCxnSpPr>
            <a:cxnSpLocks/>
          </p:cNvCxnSpPr>
          <p:nvPr/>
        </p:nvCxnSpPr>
        <p:spPr>
          <a:xfrm>
            <a:off x="5840074" y="3315054"/>
            <a:ext cx="0" cy="336006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EDE21549-4058-EBB2-5D03-32E875CC136E}"/>
              </a:ext>
            </a:extLst>
          </p:cNvPr>
          <p:cNvCxnSpPr/>
          <p:nvPr/>
        </p:nvCxnSpPr>
        <p:spPr>
          <a:xfrm>
            <a:off x="5829300" y="3329084"/>
            <a:ext cx="78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698092B8-3CD9-C73A-1010-DDEE7DA239D0}"/>
              </a:ext>
            </a:extLst>
          </p:cNvPr>
          <p:cNvCxnSpPr/>
          <p:nvPr/>
        </p:nvCxnSpPr>
        <p:spPr>
          <a:xfrm>
            <a:off x="5798820" y="3173730"/>
            <a:ext cx="109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DA36CF81-F9B7-28BC-58AE-214D012FFB6A}"/>
              </a:ext>
            </a:extLst>
          </p:cNvPr>
          <p:cNvCxnSpPr>
            <a:cxnSpLocks/>
          </p:cNvCxnSpPr>
          <p:nvPr/>
        </p:nvCxnSpPr>
        <p:spPr>
          <a:xfrm>
            <a:off x="8676754" y="2972468"/>
            <a:ext cx="0" cy="332165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A098EE0A-9D13-56A4-92A8-EEE5D3670A69}"/>
              </a:ext>
            </a:extLst>
          </p:cNvPr>
          <p:cNvCxnSpPr/>
          <p:nvPr/>
        </p:nvCxnSpPr>
        <p:spPr>
          <a:xfrm>
            <a:off x="6036364" y="6294120"/>
            <a:ext cx="264039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69" name="Straight Connector 868">
            <a:extLst>
              <a:ext uri="{FF2B5EF4-FFF2-40B4-BE49-F238E27FC236}">
                <a16:creationId xmlns:a16="http://schemas.microsoft.com/office/drawing/2014/main" id="{E0B4C117-C5F7-C1D8-DD16-1A3ED25F981A}"/>
              </a:ext>
            </a:extLst>
          </p:cNvPr>
          <p:cNvCxnSpPr>
            <a:cxnSpLocks/>
          </p:cNvCxnSpPr>
          <p:nvPr/>
        </p:nvCxnSpPr>
        <p:spPr>
          <a:xfrm>
            <a:off x="3252524" y="6516547"/>
            <a:ext cx="82282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E7551607-2D01-BB5D-9155-50292D058453}"/>
              </a:ext>
            </a:extLst>
          </p:cNvPr>
          <p:cNvCxnSpPr>
            <a:cxnSpLocks/>
          </p:cNvCxnSpPr>
          <p:nvPr/>
        </p:nvCxnSpPr>
        <p:spPr>
          <a:xfrm>
            <a:off x="1523260" y="4724586"/>
            <a:ext cx="478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9" name="TextBox 888">
            <a:extLst>
              <a:ext uri="{FF2B5EF4-FFF2-40B4-BE49-F238E27FC236}">
                <a16:creationId xmlns:a16="http://schemas.microsoft.com/office/drawing/2014/main" id="{D88FB027-6FC2-99F3-54E3-C56E06C5F0C2}"/>
              </a:ext>
            </a:extLst>
          </p:cNvPr>
          <p:cNvSpPr txBox="1"/>
          <p:nvPr/>
        </p:nvSpPr>
        <p:spPr>
          <a:xfrm>
            <a:off x="1243668" y="48332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id="{760B000A-CCA1-00CE-9A40-5E34348C000B}"/>
              </a:ext>
            </a:extLst>
          </p:cNvPr>
          <p:cNvCxnSpPr>
            <a:stCxn id="14" idx="2"/>
          </p:cNvCxnSpPr>
          <p:nvPr/>
        </p:nvCxnSpPr>
        <p:spPr>
          <a:xfrm>
            <a:off x="2945939" y="5920524"/>
            <a:ext cx="4525" cy="69973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id="{37D0D4B7-2D2D-5043-6316-41B382D907CF}"/>
              </a:ext>
            </a:extLst>
          </p:cNvPr>
          <p:cNvCxnSpPr>
            <a:stCxn id="19" idx="2"/>
          </p:cNvCxnSpPr>
          <p:nvPr/>
        </p:nvCxnSpPr>
        <p:spPr>
          <a:xfrm flipH="1">
            <a:off x="5285232" y="6074762"/>
            <a:ext cx="8171" cy="58207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4631E119-34C8-D0AA-9A1F-5B6D678AD5B1}"/>
              </a:ext>
            </a:extLst>
          </p:cNvPr>
          <p:cNvCxnSpPr>
            <a:cxnSpLocks/>
          </p:cNvCxnSpPr>
          <p:nvPr/>
        </p:nvCxnSpPr>
        <p:spPr>
          <a:xfrm>
            <a:off x="955040" y="407670"/>
            <a:ext cx="0" cy="626148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8" name="TextBox 897"/>
          <p:cNvSpPr txBox="1"/>
          <p:nvPr/>
        </p:nvSpPr>
        <p:spPr>
          <a:xfrm>
            <a:off x="1346337" y="2455080"/>
            <a:ext cx="4463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 err="1"/>
              <a:t>pcF</a:t>
            </a:r>
            <a:endParaRPr sz="1000" dirty="0"/>
          </a:p>
        </p:txBody>
      </p:sp>
      <p:sp>
        <p:nvSpPr>
          <p:cNvPr id="899" name="TextBox 898"/>
          <p:cNvSpPr txBox="1"/>
          <p:nvPr/>
        </p:nvSpPr>
        <p:spPr>
          <a:xfrm>
            <a:off x="2443128" y="2576742"/>
            <a:ext cx="5150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 err="1"/>
              <a:t>instrF</a:t>
            </a:r>
            <a:endParaRPr sz="800" dirty="0"/>
          </a:p>
        </p:txBody>
      </p:sp>
      <p:sp>
        <p:nvSpPr>
          <p:cNvPr id="900" name="TextBox 899"/>
          <p:cNvSpPr txBox="1"/>
          <p:nvPr/>
        </p:nvSpPr>
        <p:spPr>
          <a:xfrm>
            <a:off x="1866829" y="5489005"/>
            <a:ext cx="72006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/>
              <a:t>pc_plus4F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3019983" y="2701119"/>
            <a:ext cx="4561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 err="1"/>
              <a:t>instrD</a:t>
            </a:r>
            <a:endParaRPr sz="800" dirty="0"/>
          </a:p>
        </p:txBody>
      </p:sp>
      <p:sp>
        <p:nvSpPr>
          <p:cNvPr id="902" name="TextBox 901"/>
          <p:cNvSpPr txBox="1"/>
          <p:nvPr/>
        </p:nvSpPr>
        <p:spPr>
          <a:xfrm>
            <a:off x="3442595" y="3973711"/>
            <a:ext cx="5295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 err="1"/>
              <a:t>pcD</a:t>
            </a:r>
            <a:endParaRPr sz="800" dirty="0"/>
          </a:p>
        </p:txBody>
      </p:sp>
      <p:sp>
        <p:nvSpPr>
          <p:cNvPr id="903" name="TextBox 902"/>
          <p:cNvSpPr txBox="1"/>
          <p:nvPr/>
        </p:nvSpPr>
        <p:spPr>
          <a:xfrm>
            <a:off x="4379333" y="2711384"/>
            <a:ext cx="49084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/>
              <a:t>R</a:t>
            </a:r>
            <a:r>
              <a:rPr sz="1000" dirty="0"/>
              <a:t>d1D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4352139" y="2961712"/>
            <a:ext cx="49084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/>
              <a:t>R</a:t>
            </a:r>
            <a:r>
              <a:rPr sz="1000" dirty="0"/>
              <a:t>d2D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4698270" y="5021234"/>
            <a:ext cx="5212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/>
              <a:t>immD</a:t>
            </a:r>
            <a:endParaRPr sz="1000" dirty="0"/>
          </a:p>
        </p:txBody>
      </p:sp>
      <p:sp>
        <p:nvSpPr>
          <p:cNvPr id="906" name="TextBox 905"/>
          <p:cNvSpPr txBox="1"/>
          <p:nvPr/>
        </p:nvSpPr>
        <p:spPr>
          <a:xfrm rot="16200000">
            <a:off x="5456686" y="5828191"/>
            <a:ext cx="56778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 dirty="0" err="1"/>
              <a:t>ForwardAE</a:t>
            </a:r>
            <a:endParaRPr sz="600" b="1" dirty="0"/>
          </a:p>
        </p:txBody>
      </p:sp>
      <p:sp>
        <p:nvSpPr>
          <p:cNvPr id="907" name="TextBox 906"/>
          <p:cNvSpPr txBox="1"/>
          <p:nvPr/>
        </p:nvSpPr>
        <p:spPr>
          <a:xfrm rot="16200000">
            <a:off x="5610640" y="5828191"/>
            <a:ext cx="56778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b="1" dirty="0" err="1"/>
              <a:t>ForwardBE</a:t>
            </a:r>
            <a:endParaRPr sz="600" b="1" dirty="0"/>
          </a:p>
        </p:txBody>
      </p:sp>
      <p:sp>
        <p:nvSpPr>
          <p:cNvPr id="908" name="TextBox 907"/>
          <p:cNvSpPr txBox="1"/>
          <p:nvPr/>
        </p:nvSpPr>
        <p:spPr>
          <a:xfrm>
            <a:off x="6664773" y="2746339"/>
            <a:ext cx="44916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 err="1"/>
              <a:t>SrcAE</a:t>
            </a:r>
            <a:endParaRPr sz="800" dirty="0"/>
          </a:p>
        </p:txBody>
      </p:sp>
      <p:sp>
        <p:nvSpPr>
          <p:cNvPr id="909" name="TextBox 908"/>
          <p:cNvSpPr txBox="1"/>
          <p:nvPr/>
        </p:nvSpPr>
        <p:spPr>
          <a:xfrm>
            <a:off x="6672178" y="2981758"/>
            <a:ext cx="46358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 err="1"/>
              <a:t>SrcBE</a:t>
            </a:r>
            <a:endParaRPr sz="800" dirty="0"/>
          </a:p>
        </p:txBody>
      </p:sp>
      <p:sp>
        <p:nvSpPr>
          <p:cNvPr id="910" name="TextBox 909"/>
          <p:cNvSpPr txBox="1"/>
          <p:nvPr/>
        </p:nvSpPr>
        <p:spPr>
          <a:xfrm>
            <a:off x="7549562" y="2794186"/>
            <a:ext cx="575799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dirty="0" err="1"/>
              <a:t>ALUResultE</a:t>
            </a:r>
            <a:endParaRPr sz="600" dirty="0"/>
          </a:p>
        </p:txBody>
      </p:sp>
      <p:sp>
        <p:nvSpPr>
          <p:cNvPr id="911" name="TextBox 910"/>
          <p:cNvSpPr txBox="1"/>
          <p:nvPr/>
        </p:nvSpPr>
        <p:spPr>
          <a:xfrm>
            <a:off x="1322872" y="6159030"/>
            <a:ext cx="6335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 err="1"/>
              <a:t>Pc_imm</a:t>
            </a:r>
            <a:endParaRPr sz="1000" dirty="0"/>
          </a:p>
        </p:txBody>
      </p:sp>
      <p:sp>
        <p:nvSpPr>
          <p:cNvPr id="912" name="TextBox 911"/>
          <p:cNvSpPr txBox="1"/>
          <p:nvPr/>
        </p:nvSpPr>
        <p:spPr>
          <a:xfrm>
            <a:off x="8272772" y="3493974"/>
            <a:ext cx="649537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dirty="0" err="1"/>
              <a:t>WriteDataM</a:t>
            </a:r>
            <a:endParaRPr sz="700" dirty="0"/>
          </a:p>
        </p:txBody>
      </p:sp>
      <p:sp>
        <p:nvSpPr>
          <p:cNvPr id="913" name="TextBox 912"/>
          <p:cNvSpPr txBox="1"/>
          <p:nvPr/>
        </p:nvSpPr>
        <p:spPr>
          <a:xfrm>
            <a:off x="11064724" y="2914766"/>
            <a:ext cx="4154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dirty="0"/>
              <a:t>Read</a:t>
            </a:r>
            <a:endParaRPr lang="en-IN" sz="600" dirty="0"/>
          </a:p>
          <a:p>
            <a:r>
              <a:rPr sz="600" dirty="0"/>
              <a:t>Data</a:t>
            </a:r>
            <a:r>
              <a:rPr lang="en-IN" sz="600" dirty="0"/>
              <a:t>W</a:t>
            </a:r>
            <a:endParaRPr sz="600" dirty="0"/>
          </a:p>
        </p:txBody>
      </p:sp>
      <p:sp>
        <p:nvSpPr>
          <p:cNvPr id="914" name="TextBox 913"/>
          <p:cNvSpPr txBox="1"/>
          <p:nvPr/>
        </p:nvSpPr>
        <p:spPr>
          <a:xfrm>
            <a:off x="11539257" y="6348749"/>
            <a:ext cx="652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/>
              <a:t>ResultW</a:t>
            </a:r>
            <a:endParaRPr sz="1000" dirty="0"/>
          </a:p>
        </p:txBody>
      </p:sp>
      <p:sp>
        <p:nvSpPr>
          <p:cNvPr id="915" name="TextBox 914"/>
          <p:cNvSpPr txBox="1"/>
          <p:nvPr/>
        </p:nvSpPr>
        <p:spPr>
          <a:xfrm>
            <a:off x="3113739" y="199912"/>
            <a:ext cx="6222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/>
              <a:t>PCSrcE</a:t>
            </a:r>
            <a:endParaRPr sz="1000" dirty="0"/>
          </a:p>
        </p:txBody>
      </p:sp>
      <p:sp>
        <p:nvSpPr>
          <p:cNvPr id="917" name="TextBox 916"/>
          <p:cNvSpPr txBox="1"/>
          <p:nvPr/>
        </p:nvSpPr>
        <p:spPr>
          <a:xfrm>
            <a:off x="5043174" y="6630168"/>
            <a:ext cx="5004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 dirty="0" err="1"/>
              <a:t>FlushE</a:t>
            </a:r>
            <a:endParaRPr sz="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9FF9D-FD0B-483A-C816-FD249412992C}"/>
              </a:ext>
            </a:extLst>
          </p:cNvPr>
          <p:cNvSpPr txBox="1"/>
          <p:nvPr/>
        </p:nvSpPr>
        <p:spPr>
          <a:xfrm>
            <a:off x="6441682" y="3494285"/>
            <a:ext cx="62869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dirty="0" err="1"/>
              <a:t>WriteData</a:t>
            </a:r>
            <a:r>
              <a:rPr lang="en-IN" sz="700" dirty="0"/>
              <a:t>E</a:t>
            </a:r>
            <a:endParaRPr sz="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8F90A9-543D-D0D2-26BE-0EDDB88B42D0}"/>
              </a:ext>
            </a:extLst>
          </p:cNvPr>
          <p:cNvSpPr txBox="1"/>
          <p:nvPr/>
        </p:nvSpPr>
        <p:spPr>
          <a:xfrm>
            <a:off x="2594497" y="6614346"/>
            <a:ext cx="80021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 err="1"/>
              <a:t>StallD</a:t>
            </a:r>
            <a:r>
              <a:rPr lang="en-IN" sz="800" dirty="0"/>
              <a:t>,</a:t>
            </a:r>
            <a:r>
              <a:rPr lang="en-IN" sz="800" dirty="0" err="1"/>
              <a:t>FlushD</a:t>
            </a:r>
            <a:endParaRPr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7C3C7-1314-D05C-18BC-1975AE3C3492}"/>
              </a:ext>
            </a:extLst>
          </p:cNvPr>
          <p:cNvSpPr txBox="1"/>
          <p:nvPr/>
        </p:nvSpPr>
        <p:spPr>
          <a:xfrm>
            <a:off x="9872629" y="5669466"/>
            <a:ext cx="7521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/>
              <a:t>pc_plus4</a:t>
            </a:r>
            <a:r>
              <a:rPr lang="en-IN" sz="900" b="1" dirty="0"/>
              <a:t>M</a:t>
            </a:r>
            <a:endParaRPr sz="9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A96670-2F54-CEF7-96B9-F301E28EB829}"/>
              </a:ext>
            </a:extLst>
          </p:cNvPr>
          <p:cNvSpPr txBox="1"/>
          <p:nvPr/>
        </p:nvSpPr>
        <p:spPr>
          <a:xfrm>
            <a:off x="7113935" y="5622479"/>
            <a:ext cx="7232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 err="1"/>
              <a:t>pc_plus</a:t>
            </a:r>
            <a:r>
              <a:rPr lang="en-IN" sz="900" b="1" dirty="0"/>
              <a:t>4E</a:t>
            </a:r>
            <a:endParaRPr sz="9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CAD9C1-858F-4062-3486-060933C0029F}"/>
              </a:ext>
            </a:extLst>
          </p:cNvPr>
          <p:cNvSpPr txBox="1"/>
          <p:nvPr/>
        </p:nvSpPr>
        <p:spPr>
          <a:xfrm>
            <a:off x="3192407" y="5622914"/>
            <a:ext cx="7393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/>
              <a:t>pc_plus4</a:t>
            </a:r>
            <a:r>
              <a:rPr lang="en-IN" sz="900" b="1" dirty="0"/>
              <a:t>D</a:t>
            </a:r>
            <a:endParaRPr sz="9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279D47-B653-CD68-CC85-A23826158FD9}"/>
              </a:ext>
            </a:extLst>
          </p:cNvPr>
          <p:cNvSpPr txBox="1"/>
          <p:nvPr/>
        </p:nvSpPr>
        <p:spPr>
          <a:xfrm rot="16200000">
            <a:off x="10959469" y="4244375"/>
            <a:ext cx="76655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/>
              <a:t>pc_plus4</a:t>
            </a:r>
            <a:r>
              <a:rPr lang="en-IN" sz="900" b="1" dirty="0"/>
              <a:t>W</a:t>
            </a:r>
            <a:endParaRPr sz="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8ACDE0-E399-F2AA-329A-7FF3A6407883}"/>
              </a:ext>
            </a:extLst>
          </p:cNvPr>
          <p:cNvSpPr txBox="1"/>
          <p:nvPr/>
        </p:nvSpPr>
        <p:spPr>
          <a:xfrm>
            <a:off x="6025726" y="5039546"/>
            <a:ext cx="50366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/>
              <a:t>imm</a:t>
            </a:r>
            <a:r>
              <a:rPr lang="en-IN" sz="1000" dirty="0"/>
              <a:t>X</a:t>
            </a:r>
            <a:endParaRPr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7AAA64-3484-FD69-D8D7-AEE93A29CB7F}"/>
              </a:ext>
            </a:extLst>
          </p:cNvPr>
          <p:cNvSpPr txBox="1"/>
          <p:nvPr/>
        </p:nvSpPr>
        <p:spPr>
          <a:xfrm>
            <a:off x="8275831" y="2991814"/>
            <a:ext cx="593432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dirty="0" err="1"/>
              <a:t>ALUResult</a:t>
            </a:r>
            <a:r>
              <a:rPr lang="en-IN" sz="600" dirty="0"/>
              <a:t>M</a:t>
            </a:r>
            <a:endParaRPr sz="6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7290DAA-0A57-A193-2FA0-0E6E1F726559}"/>
              </a:ext>
            </a:extLst>
          </p:cNvPr>
          <p:cNvCxnSpPr>
            <a:cxnSpLocks/>
          </p:cNvCxnSpPr>
          <p:nvPr/>
        </p:nvCxnSpPr>
        <p:spPr>
          <a:xfrm>
            <a:off x="8845472" y="4887146"/>
            <a:ext cx="0" cy="173231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8966E5E-FA10-4A0E-5AF5-F869F62E7EF9}"/>
              </a:ext>
            </a:extLst>
          </p:cNvPr>
          <p:cNvCxnSpPr>
            <a:cxnSpLocks/>
          </p:cNvCxnSpPr>
          <p:nvPr/>
        </p:nvCxnSpPr>
        <p:spPr>
          <a:xfrm flipH="1">
            <a:off x="7296158" y="4883723"/>
            <a:ext cx="13241" cy="181255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B34141E-8669-0AED-547B-0A47B729C30E}"/>
              </a:ext>
            </a:extLst>
          </p:cNvPr>
          <p:cNvCxnSpPr>
            <a:cxnSpLocks/>
          </p:cNvCxnSpPr>
          <p:nvPr/>
        </p:nvCxnSpPr>
        <p:spPr>
          <a:xfrm>
            <a:off x="7930656" y="792666"/>
            <a:ext cx="20648" cy="58367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67905D3-7E75-ACC6-8C99-7E404E9FB8E7}"/>
              </a:ext>
            </a:extLst>
          </p:cNvPr>
          <p:cNvSpPr txBox="1"/>
          <p:nvPr/>
        </p:nvSpPr>
        <p:spPr>
          <a:xfrm>
            <a:off x="1425451" y="5943678"/>
            <a:ext cx="60154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dirty="0" err="1"/>
              <a:t>ALUResultE</a:t>
            </a:r>
            <a:endParaRPr sz="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514929-3B5E-7B15-0A2B-C0C9AD3D5B3C}"/>
              </a:ext>
            </a:extLst>
          </p:cNvPr>
          <p:cNvSpPr txBox="1"/>
          <p:nvPr/>
        </p:nvSpPr>
        <p:spPr>
          <a:xfrm rot="5400000">
            <a:off x="11097334" y="2300129"/>
            <a:ext cx="54516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" dirty="0" err="1"/>
              <a:t>ALUResult</a:t>
            </a:r>
            <a:r>
              <a:rPr lang="en-IN" sz="500" dirty="0"/>
              <a:t>W</a:t>
            </a:r>
            <a:endParaRPr sz="5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5D91C16-E12C-60C0-C12D-3F05A4F3BAD7}"/>
              </a:ext>
            </a:extLst>
          </p:cNvPr>
          <p:cNvCxnSpPr/>
          <p:nvPr/>
        </p:nvCxnSpPr>
        <p:spPr>
          <a:xfrm>
            <a:off x="1853267" y="2093544"/>
            <a:ext cx="0" cy="169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C6A7A6D-13B2-D715-7884-6854C9A690D7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1218125" y="2447925"/>
            <a:ext cx="0" cy="116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7482280-3D0A-0E98-DDED-58026585FD70}"/>
              </a:ext>
            </a:extLst>
          </p:cNvPr>
          <p:cNvCxnSpPr>
            <a:cxnSpLocks/>
          </p:cNvCxnSpPr>
          <p:nvPr/>
        </p:nvCxnSpPr>
        <p:spPr>
          <a:xfrm>
            <a:off x="3540997" y="2422362"/>
            <a:ext cx="5058" cy="132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C27AF7C-B48A-A1F1-CC09-B4A753646CF8}"/>
              </a:ext>
            </a:extLst>
          </p:cNvPr>
          <p:cNvCxnSpPr>
            <a:endCxn id="32" idx="0"/>
          </p:cNvCxnSpPr>
          <p:nvPr/>
        </p:nvCxnSpPr>
        <p:spPr>
          <a:xfrm>
            <a:off x="9252976" y="2555216"/>
            <a:ext cx="0" cy="113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00371B1-57A8-E9E8-76F0-221EAA3E7CC4}"/>
              </a:ext>
            </a:extLst>
          </p:cNvPr>
          <p:cNvSpPr txBox="1"/>
          <p:nvPr/>
        </p:nvSpPr>
        <p:spPr>
          <a:xfrm>
            <a:off x="5394308" y="3903581"/>
            <a:ext cx="5295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/>
              <a:t>pc</a:t>
            </a:r>
            <a:r>
              <a:rPr lang="en-IN" sz="800" dirty="0"/>
              <a:t>E</a:t>
            </a:r>
            <a:endParaRPr sz="8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E99E30A-E86E-A80A-81AC-050857285078}"/>
              </a:ext>
            </a:extLst>
          </p:cNvPr>
          <p:cNvSpPr txBox="1"/>
          <p:nvPr/>
        </p:nvSpPr>
        <p:spPr>
          <a:xfrm>
            <a:off x="4794265" y="4695218"/>
            <a:ext cx="3273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" dirty="0" err="1"/>
              <a:t>RdD</a:t>
            </a:r>
            <a:endParaRPr lang="en-IN" sz="6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CFB104-78B6-C852-FF88-19643E916349}"/>
              </a:ext>
            </a:extLst>
          </p:cNvPr>
          <p:cNvSpPr txBox="1"/>
          <p:nvPr/>
        </p:nvSpPr>
        <p:spPr>
          <a:xfrm>
            <a:off x="7386692" y="4724586"/>
            <a:ext cx="3177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" dirty="0" err="1"/>
              <a:t>RdE</a:t>
            </a:r>
            <a:endParaRPr lang="en-IN" sz="6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4819AE-AD57-7496-BA3B-6E7DAFE2D40C}"/>
              </a:ext>
            </a:extLst>
          </p:cNvPr>
          <p:cNvSpPr txBox="1"/>
          <p:nvPr/>
        </p:nvSpPr>
        <p:spPr>
          <a:xfrm>
            <a:off x="8687834" y="4719108"/>
            <a:ext cx="3353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" dirty="0" err="1"/>
              <a:t>RdM</a:t>
            </a:r>
            <a:endParaRPr lang="en-IN" sz="6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8481582-54E0-5099-605F-27C825F3376C}"/>
              </a:ext>
            </a:extLst>
          </p:cNvPr>
          <p:cNvSpPr txBox="1"/>
          <p:nvPr/>
        </p:nvSpPr>
        <p:spPr>
          <a:xfrm>
            <a:off x="11263382" y="4702480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" dirty="0" err="1"/>
              <a:t>RdW</a:t>
            </a:r>
            <a:endParaRPr lang="en-IN" sz="6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F8AB362-C792-5C8E-F6CB-CAB76B3F001A}"/>
              </a:ext>
            </a:extLst>
          </p:cNvPr>
          <p:cNvSpPr txBox="1"/>
          <p:nvPr/>
        </p:nvSpPr>
        <p:spPr>
          <a:xfrm>
            <a:off x="5426850" y="2537805"/>
            <a:ext cx="47320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/>
              <a:t>R</a:t>
            </a:r>
            <a:r>
              <a:rPr sz="1000" dirty="0"/>
              <a:t>d</a:t>
            </a:r>
            <a:r>
              <a:rPr lang="en-IN" sz="1000" dirty="0"/>
              <a:t>1E</a:t>
            </a:r>
            <a:endParaRPr sz="1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11A14B3-C861-3CCD-6F4E-903A0420D3D6}"/>
              </a:ext>
            </a:extLst>
          </p:cNvPr>
          <p:cNvSpPr txBox="1"/>
          <p:nvPr/>
        </p:nvSpPr>
        <p:spPr>
          <a:xfrm>
            <a:off x="5450803" y="2777504"/>
            <a:ext cx="47320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/>
              <a:t>R</a:t>
            </a:r>
            <a:r>
              <a:rPr sz="1000" dirty="0"/>
              <a:t>d2</a:t>
            </a:r>
            <a:r>
              <a:rPr lang="en-IN" sz="1000" dirty="0"/>
              <a:t>E</a:t>
            </a:r>
            <a:endParaRPr sz="1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462E0D7-26B9-248C-6440-653EB6403AC9}"/>
              </a:ext>
            </a:extLst>
          </p:cNvPr>
          <p:cNvSpPr txBox="1"/>
          <p:nvPr/>
        </p:nvSpPr>
        <p:spPr>
          <a:xfrm>
            <a:off x="4495545" y="4214382"/>
            <a:ext cx="39305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/>
              <a:t>r</a:t>
            </a:r>
            <a:r>
              <a:rPr lang="en-IN" sz="800" dirty="0"/>
              <a:t>s1</a:t>
            </a:r>
            <a:r>
              <a:rPr sz="800" dirty="0"/>
              <a:t>D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F1F290-3E66-8D6B-B469-8151892B307D}"/>
              </a:ext>
            </a:extLst>
          </p:cNvPr>
          <p:cNvSpPr txBox="1"/>
          <p:nvPr/>
        </p:nvSpPr>
        <p:spPr>
          <a:xfrm>
            <a:off x="4477117" y="4370563"/>
            <a:ext cx="39305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/>
              <a:t>r</a:t>
            </a:r>
            <a:r>
              <a:rPr lang="en-IN" sz="800" dirty="0"/>
              <a:t>s</a:t>
            </a:r>
            <a:r>
              <a:rPr sz="800" dirty="0"/>
              <a:t>2D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3D2A3D6-AF69-8A69-49A3-28D4B98CAAA5}"/>
              </a:ext>
            </a:extLst>
          </p:cNvPr>
          <p:cNvSpPr txBox="1"/>
          <p:nvPr/>
        </p:nvSpPr>
        <p:spPr>
          <a:xfrm>
            <a:off x="5384149" y="4396156"/>
            <a:ext cx="38023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/>
              <a:t>r</a:t>
            </a:r>
            <a:r>
              <a:rPr lang="en-IN" sz="800" dirty="0"/>
              <a:t>s</a:t>
            </a:r>
            <a:r>
              <a:rPr sz="800" dirty="0"/>
              <a:t>2</a:t>
            </a:r>
            <a:r>
              <a:rPr lang="en-IN" sz="800" dirty="0"/>
              <a:t>E</a:t>
            </a:r>
            <a:endParaRPr sz="8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4AA3B3-D8A4-1D13-6870-FD3D2CD0B0E1}"/>
              </a:ext>
            </a:extLst>
          </p:cNvPr>
          <p:cNvSpPr txBox="1"/>
          <p:nvPr/>
        </p:nvSpPr>
        <p:spPr>
          <a:xfrm>
            <a:off x="5395034" y="4230771"/>
            <a:ext cx="38023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/>
              <a:t>r</a:t>
            </a:r>
            <a:r>
              <a:rPr lang="en-IN" sz="800" dirty="0"/>
              <a:t>s1E</a:t>
            </a:r>
            <a:endParaRPr sz="8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E9C4225-4F9C-D90D-2E97-5FBF61F25757}"/>
              </a:ext>
            </a:extLst>
          </p:cNvPr>
          <p:cNvSpPr txBox="1"/>
          <p:nvPr/>
        </p:nvSpPr>
        <p:spPr>
          <a:xfrm>
            <a:off x="7174709" y="4179427"/>
            <a:ext cx="7104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 err="1"/>
              <a:t>UI_writeE</a:t>
            </a:r>
            <a:endParaRPr sz="10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977E977-60B5-CDC2-C145-D47AD3B73F76}"/>
              </a:ext>
            </a:extLst>
          </p:cNvPr>
          <p:cNvSpPr txBox="1"/>
          <p:nvPr/>
        </p:nvSpPr>
        <p:spPr>
          <a:xfrm>
            <a:off x="8646714" y="4179427"/>
            <a:ext cx="7409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 err="1"/>
              <a:t>UI_writeM</a:t>
            </a:r>
            <a:endParaRPr sz="10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B34BAC6-4EAA-3A3E-3D32-E36752FF2B3A}"/>
              </a:ext>
            </a:extLst>
          </p:cNvPr>
          <p:cNvSpPr txBox="1"/>
          <p:nvPr/>
        </p:nvSpPr>
        <p:spPr>
          <a:xfrm rot="16200000">
            <a:off x="10984385" y="3392219"/>
            <a:ext cx="52610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UI_writeW</a:t>
            </a:r>
            <a:endParaRPr sz="6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054DDE3-D0EA-2DB1-AA51-EE19675EF3AE}"/>
              </a:ext>
            </a:extLst>
          </p:cNvPr>
          <p:cNvSpPr txBox="1"/>
          <p:nvPr/>
        </p:nvSpPr>
        <p:spPr>
          <a:xfrm>
            <a:off x="9078890" y="2615852"/>
            <a:ext cx="3481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/>
              <a:t>clk</a:t>
            </a:r>
            <a:endParaRPr sz="1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7FBD68F-8FD5-BEE2-BC5B-184BF17FC30E}"/>
              </a:ext>
            </a:extLst>
          </p:cNvPr>
          <p:cNvSpPr txBox="1"/>
          <p:nvPr/>
        </p:nvSpPr>
        <p:spPr>
          <a:xfrm>
            <a:off x="3511606" y="2548856"/>
            <a:ext cx="2981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dirty="0"/>
              <a:t>clk</a:t>
            </a:r>
            <a:endParaRPr sz="6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C173A05-90E5-0711-4CA4-F6D3CF9676F0}"/>
              </a:ext>
            </a:extLst>
          </p:cNvPr>
          <p:cNvSpPr txBox="1"/>
          <p:nvPr/>
        </p:nvSpPr>
        <p:spPr>
          <a:xfrm>
            <a:off x="1667804" y="2263104"/>
            <a:ext cx="3481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/>
              <a:t>clk</a:t>
            </a:r>
            <a:endParaRPr sz="10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3AEEFC5-3FF6-AC2F-3E93-4151D96F6E81}"/>
              </a:ext>
            </a:extLst>
          </p:cNvPr>
          <p:cNvSpPr txBox="1"/>
          <p:nvPr/>
        </p:nvSpPr>
        <p:spPr>
          <a:xfrm>
            <a:off x="1044039" y="2564459"/>
            <a:ext cx="3481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000" dirty="0"/>
              <a:t>clk</a:t>
            </a:r>
            <a:endParaRPr sz="10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8D46F81-F69D-757A-86EC-80A27FA56EBC}"/>
              </a:ext>
            </a:extLst>
          </p:cNvPr>
          <p:cNvSpPr txBox="1"/>
          <p:nvPr/>
        </p:nvSpPr>
        <p:spPr>
          <a:xfrm>
            <a:off x="9417818" y="2663451"/>
            <a:ext cx="29687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WE</a:t>
            </a:r>
            <a:endParaRPr sz="6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CC02503-F63B-66CE-7CE0-85232749F23B}"/>
              </a:ext>
            </a:extLst>
          </p:cNvPr>
          <p:cNvSpPr txBox="1"/>
          <p:nvPr/>
        </p:nvSpPr>
        <p:spPr>
          <a:xfrm>
            <a:off x="8795792" y="3604506"/>
            <a:ext cx="30649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WD</a:t>
            </a:r>
            <a:endParaRPr sz="6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2EA4E4A-4189-2DBA-827B-BC30A8C993F3}"/>
              </a:ext>
            </a:extLst>
          </p:cNvPr>
          <p:cNvSpPr txBox="1"/>
          <p:nvPr/>
        </p:nvSpPr>
        <p:spPr>
          <a:xfrm>
            <a:off x="8814242" y="2923661"/>
            <a:ext cx="22955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A</a:t>
            </a:r>
            <a:endParaRPr sz="6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9693199-646A-41DF-27FB-2155E8292A64}"/>
              </a:ext>
            </a:extLst>
          </p:cNvPr>
          <p:cNvSpPr txBox="1"/>
          <p:nvPr/>
        </p:nvSpPr>
        <p:spPr>
          <a:xfrm>
            <a:off x="8873900" y="2645201"/>
            <a:ext cx="27443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BE</a:t>
            </a:r>
            <a:endParaRPr sz="6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0F7FFF4-7979-5D6E-18F5-709C69D68D33}"/>
              </a:ext>
            </a:extLst>
          </p:cNvPr>
          <p:cNvSpPr txBox="1"/>
          <p:nvPr/>
        </p:nvSpPr>
        <p:spPr>
          <a:xfrm>
            <a:off x="4547048" y="2517045"/>
            <a:ext cx="28084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we</a:t>
            </a:r>
            <a:endParaRPr sz="6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6F93ED5-8799-CE1D-FEB4-D78DF2D1B17F}"/>
              </a:ext>
            </a:extLst>
          </p:cNvPr>
          <p:cNvSpPr txBox="1"/>
          <p:nvPr/>
        </p:nvSpPr>
        <p:spPr>
          <a:xfrm>
            <a:off x="3487687" y="2762925"/>
            <a:ext cx="27122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A1</a:t>
            </a:r>
            <a:endParaRPr sz="6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657CE6-4DCE-1194-783B-2D0BD59DB5B3}"/>
              </a:ext>
            </a:extLst>
          </p:cNvPr>
          <p:cNvSpPr txBox="1"/>
          <p:nvPr/>
        </p:nvSpPr>
        <p:spPr>
          <a:xfrm>
            <a:off x="3492949" y="3152688"/>
            <a:ext cx="27122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A2</a:t>
            </a:r>
            <a:endParaRPr sz="6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DAA034A-145C-AA35-244E-1C68401B315D}"/>
              </a:ext>
            </a:extLst>
          </p:cNvPr>
          <p:cNvSpPr txBox="1"/>
          <p:nvPr/>
        </p:nvSpPr>
        <p:spPr>
          <a:xfrm>
            <a:off x="3475741" y="3657819"/>
            <a:ext cx="27122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A3</a:t>
            </a:r>
            <a:endParaRPr sz="6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01FFE8E-5426-A58B-4D8C-4F6BDDAC463F}"/>
              </a:ext>
            </a:extLst>
          </p:cNvPr>
          <p:cNvSpPr txBox="1"/>
          <p:nvPr/>
        </p:nvSpPr>
        <p:spPr>
          <a:xfrm>
            <a:off x="3475741" y="3789925"/>
            <a:ext cx="284052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wd</a:t>
            </a:r>
            <a:endParaRPr sz="6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1C7AA61-F9C8-4D85-9D4D-573207046C0B}"/>
              </a:ext>
            </a:extLst>
          </p:cNvPr>
          <p:cNvSpPr txBox="1"/>
          <p:nvPr/>
        </p:nvSpPr>
        <p:spPr>
          <a:xfrm>
            <a:off x="1662531" y="2712013"/>
            <a:ext cx="364202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Pc_in</a:t>
            </a:r>
            <a:endParaRPr sz="6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F5DF645-0AAD-1693-26E8-1DF6FD9D10AD}"/>
              </a:ext>
            </a:extLst>
          </p:cNvPr>
          <p:cNvSpPr txBox="1"/>
          <p:nvPr/>
        </p:nvSpPr>
        <p:spPr>
          <a:xfrm>
            <a:off x="5469369" y="1156308"/>
            <a:ext cx="46198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branchE</a:t>
            </a:r>
            <a:endParaRPr sz="6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FB33DA4-76DF-7BD4-8B6D-1F4AAE3FF083}"/>
              </a:ext>
            </a:extLst>
          </p:cNvPr>
          <p:cNvSpPr txBox="1"/>
          <p:nvPr/>
        </p:nvSpPr>
        <p:spPr>
          <a:xfrm>
            <a:off x="4693291" y="1153564"/>
            <a:ext cx="47160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branchD</a:t>
            </a:r>
            <a:endParaRPr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D77D0B0-257D-A255-A218-65EC8DDF1056}"/>
              </a:ext>
            </a:extLst>
          </p:cNvPr>
          <p:cNvSpPr txBox="1"/>
          <p:nvPr/>
        </p:nvSpPr>
        <p:spPr>
          <a:xfrm>
            <a:off x="5522689" y="1333548"/>
            <a:ext cx="39786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jumpE</a:t>
            </a:r>
            <a:endParaRPr sz="6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BA238A9-E008-55FA-3A33-C572B65739A3}"/>
              </a:ext>
            </a:extLst>
          </p:cNvPr>
          <p:cNvSpPr txBox="1"/>
          <p:nvPr/>
        </p:nvSpPr>
        <p:spPr>
          <a:xfrm>
            <a:off x="4690376" y="1325112"/>
            <a:ext cx="40748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jumpD</a:t>
            </a:r>
            <a:endParaRPr sz="6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1EEA0C1-7501-848E-A3CD-4228B114AB61}"/>
              </a:ext>
            </a:extLst>
          </p:cNvPr>
          <p:cNvSpPr txBox="1"/>
          <p:nvPr/>
        </p:nvSpPr>
        <p:spPr>
          <a:xfrm>
            <a:off x="4663125" y="633826"/>
            <a:ext cx="396262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regwD</a:t>
            </a:r>
            <a:endParaRPr sz="6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AE6021A-503D-080D-08BF-37F42403E5F2}"/>
              </a:ext>
            </a:extLst>
          </p:cNvPr>
          <p:cNvSpPr txBox="1"/>
          <p:nvPr/>
        </p:nvSpPr>
        <p:spPr>
          <a:xfrm>
            <a:off x="5433255" y="628118"/>
            <a:ext cx="38664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regwE</a:t>
            </a:r>
            <a:endParaRPr sz="6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2554779-41BB-BE8E-1DE5-2FFDF0B5E0AA}"/>
              </a:ext>
            </a:extLst>
          </p:cNvPr>
          <p:cNvSpPr txBox="1"/>
          <p:nvPr/>
        </p:nvSpPr>
        <p:spPr>
          <a:xfrm>
            <a:off x="8325150" y="628118"/>
            <a:ext cx="40427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regwM</a:t>
            </a:r>
            <a:endParaRPr sz="6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0C555376-690D-2D84-FC30-6172D04CAC62}"/>
              </a:ext>
            </a:extLst>
          </p:cNvPr>
          <p:cNvSpPr txBox="1"/>
          <p:nvPr/>
        </p:nvSpPr>
        <p:spPr>
          <a:xfrm>
            <a:off x="11025488" y="608240"/>
            <a:ext cx="412292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regwW</a:t>
            </a:r>
            <a:endParaRPr sz="6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2556E4A-5EFE-5E9B-D711-4F5F2B11E12C}"/>
              </a:ext>
            </a:extLst>
          </p:cNvPr>
          <p:cNvSpPr txBox="1"/>
          <p:nvPr/>
        </p:nvSpPr>
        <p:spPr>
          <a:xfrm>
            <a:off x="4699010" y="1008928"/>
            <a:ext cx="465192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memwD</a:t>
            </a:r>
            <a:endParaRPr sz="6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C08AB3D-4547-F7D4-E39C-BA731EA8E7CE}"/>
              </a:ext>
            </a:extLst>
          </p:cNvPr>
          <p:cNvSpPr txBox="1"/>
          <p:nvPr/>
        </p:nvSpPr>
        <p:spPr>
          <a:xfrm>
            <a:off x="5420978" y="1003832"/>
            <a:ext cx="45557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memwE</a:t>
            </a:r>
            <a:endParaRPr sz="6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A78EF549-B051-FC45-5209-DA5E011A6A4D}"/>
              </a:ext>
            </a:extLst>
          </p:cNvPr>
          <p:cNvSpPr txBox="1"/>
          <p:nvPr/>
        </p:nvSpPr>
        <p:spPr>
          <a:xfrm>
            <a:off x="8298820" y="963600"/>
            <a:ext cx="47320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memwM</a:t>
            </a:r>
            <a:endParaRPr sz="6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5D1257F-125B-D3C3-2491-F7FAD6A72C0E}"/>
              </a:ext>
            </a:extLst>
          </p:cNvPr>
          <p:cNvSpPr txBox="1"/>
          <p:nvPr/>
        </p:nvSpPr>
        <p:spPr>
          <a:xfrm>
            <a:off x="4672538" y="795847"/>
            <a:ext cx="47801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res_srcD</a:t>
            </a:r>
            <a:endParaRPr sz="6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9D1046C-E3F9-F2D5-0014-A6D53A333F46}"/>
              </a:ext>
            </a:extLst>
          </p:cNvPr>
          <p:cNvSpPr txBox="1"/>
          <p:nvPr/>
        </p:nvSpPr>
        <p:spPr>
          <a:xfrm>
            <a:off x="5426734" y="798465"/>
            <a:ext cx="46839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res_srcE</a:t>
            </a:r>
            <a:endParaRPr sz="6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4B0F5D0-7F84-FEDC-C932-C58C27915706}"/>
              </a:ext>
            </a:extLst>
          </p:cNvPr>
          <p:cNvSpPr txBox="1"/>
          <p:nvPr/>
        </p:nvSpPr>
        <p:spPr>
          <a:xfrm>
            <a:off x="8312329" y="790880"/>
            <a:ext cx="48603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res_srcM</a:t>
            </a:r>
            <a:endParaRPr sz="6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C8928046-B76A-1255-CF5C-E2DC029864EE}"/>
              </a:ext>
            </a:extLst>
          </p:cNvPr>
          <p:cNvSpPr txBox="1"/>
          <p:nvPr/>
        </p:nvSpPr>
        <p:spPr>
          <a:xfrm>
            <a:off x="11081922" y="790880"/>
            <a:ext cx="49404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res_srcW</a:t>
            </a:r>
            <a:endParaRPr sz="600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7CD3702-4643-A74F-5554-AD599760DD84}"/>
              </a:ext>
            </a:extLst>
          </p:cNvPr>
          <p:cNvSpPr txBox="1"/>
          <p:nvPr/>
        </p:nvSpPr>
        <p:spPr>
          <a:xfrm>
            <a:off x="5441455" y="2147897"/>
            <a:ext cx="47801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opcodeE</a:t>
            </a:r>
            <a:endParaRPr sz="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8B72B40-9D2D-0097-B29F-2B4C03463FFF}"/>
              </a:ext>
            </a:extLst>
          </p:cNvPr>
          <p:cNvSpPr txBox="1"/>
          <p:nvPr/>
        </p:nvSpPr>
        <p:spPr>
          <a:xfrm>
            <a:off x="10063391" y="2370550"/>
            <a:ext cx="495649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opcodeM</a:t>
            </a:r>
            <a:endParaRPr sz="6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E87D2214-9FD1-9379-1A3E-ABADBCD17DCB}"/>
              </a:ext>
            </a:extLst>
          </p:cNvPr>
          <p:cNvSpPr txBox="1"/>
          <p:nvPr/>
        </p:nvSpPr>
        <p:spPr>
          <a:xfrm>
            <a:off x="9535259" y="2430075"/>
            <a:ext cx="39466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fun3M</a:t>
            </a:r>
            <a:endParaRPr sz="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CFE5DB0-D2DA-E987-ACB0-C06C71C0A0ED}"/>
              </a:ext>
            </a:extLst>
          </p:cNvPr>
          <p:cNvSpPr txBox="1"/>
          <p:nvPr/>
        </p:nvSpPr>
        <p:spPr>
          <a:xfrm>
            <a:off x="5464837" y="2295593"/>
            <a:ext cx="37702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fun3E</a:t>
            </a:r>
            <a:endParaRPr sz="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13FE9AF-62AE-0C74-ECF3-A848275982F0}"/>
              </a:ext>
            </a:extLst>
          </p:cNvPr>
          <p:cNvSpPr txBox="1"/>
          <p:nvPr/>
        </p:nvSpPr>
        <p:spPr>
          <a:xfrm>
            <a:off x="3538471" y="2311358"/>
            <a:ext cx="38664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fun3D</a:t>
            </a:r>
            <a:endParaRPr sz="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EDAFA10-8ACA-B1C9-D4A8-1638D425D2D3}"/>
              </a:ext>
            </a:extLst>
          </p:cNvPr>
          <p:cNvSpPr txBox="1"/>
          <p:nvPr/>
        </p:nvSpPr>
        <p:spPr>
          <a:xfrm>
            <a:off x="3543492" y="2189379"/>
            <a:ext cx="48763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opcodeD</a:t>
            </a:r>
            <a:endParaRPr sz="6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12DC2DFF-5D3A-B462-7EF3-A6565F6BAFC7}"/>
              </a:ext>
            </a:extLst>
          </p:cNvPr>
          <p:cNvSpPr txBox="1"/>
          <p:nvPr/>
        </p:nvSpPr>
        <p:spPr>
          <a:xfrm>
            <a:off x="3526200" y="1920583"/>
            <a:ext cx="33374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/>
              <a:t>fun7</a:t>
            </a:r>
            <a:endParaRPr sz="6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AC6F897-F0EC-C9DE-A24B-6B49751A2517}"/>
              </a:ext>
            </a:extLst>
          </p:cNvPr>
          <p:cNvSpPr txBox="1"/>
          <p:nvPr/>
        </p:nvSpPr>
        <p:spPr>
          <a:xfrm>
            <a:off x="5522631" y="1533107"/>
            <a:ext cx="56778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alucontrolE</a:t>
            </a:r>
            <a:endParaRPr sz="6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90E5641E-D64E-4041-1D2D-DDAE35DA0894}"/>
              </a:ext>
            </a:extLst>
          </p:cNvPr>
          <p:cNvSpPr txBox="1"/>
          <p:nvPr/>
        </p:nvSpPr>
        <p:spPr>
          <a:xfrm>
            <a:off x="4627644" y="1501769"/>
            <a:ext cx="577402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alucontrolD</a:t>
            </a:r>
            <a:endParaRPr sz="6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D764BA76-8293-82B0-C415-841FC5C3689F}"/>
              </a:ext>
            </a:extLst>
          </p:cNvPr>
          <p:cNvSpPr txBox="1"/>
          <p:nvPr/>
        </p:nvSpPr>
        <p:spPr>
          <a:xfrm>
            <a:off x="5675031" y="1685507"/>
            <a:ext cx="434734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alusrcE</a:t>
            </a:r>
            <a:endParaRPr sz="6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27B9AE6-1F2C-5CB6-3EA6-8A08C82E6545}"/>
              </a:ext>
            </a:extLst>
          </p:cNvPr>
          <p:cNvSpPr txBox="1"/>
          <p:nvPr/>
        </p:nvSpPr>
        <p:spPr>
          <a:xfrm>
            <a:off x="4687767" y="1667482"/>
            <a:ext cx="444352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alusrcD</a:t>
            </a:r>
            <a:endParaRPr sz="6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E7B7493-C87B-A2DF-670B-D106E2660B4D}"/>
              </a:ext>
            </a:extLst>
          </p:cNvPr>
          <p:cNvSpPr txBox="1"/>
          <p:nvPr/>
        </p:nvSpPr>
        <p:spPr>
          <a:xfrm>
            <a:off x="4657161" y="1860009"/>
            <a:ext cx="43633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immsrc</a:t>
            </a:r>
            <a:endParaRPr sz="6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500FC88-26E5-FC57-02A4-FE348AB3EB43}"/>
              </a:ext>
            </a:extLst>
          </p:cNvPr>
          <p:cNvSpPr txBox="1"/>
          <p:nvPr/>
        </p:nvSpPr>
        <p:spPr>
          <a:xfrm>
            <a:off x="7466758" y="161722"/>
            <a:ext cx="39626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800" dirty="0"/>
              <a:t>flags</a:t>
            </a:r>
            <a:endParaRPr sz="8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DDC711D0-9872-C11A-D211-A51787B74DB0}"/>
              </a:ext>
            </a:extLst>
          </p:cNvPr>
          <p:cNvSpPr txBox="1"/>
          <p:nvPr/>
        </p:nvSpPr>
        <p:spPr>
          <a:xfrm>
            <a:off x="6209742" y="471582"/>
            <a:ext cx="61908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600" dirty="0" err="1"/>
              <a:t>BranchTaken</a:t>
            </a:r>
            <a:endParaRPr sz="600" dirty="0"/>
          </a:p>
        </p:txBody>
      </p:sp>
    </p:spTree>
    <p:extLst>
      <p:ext uri="{BB962C8B-B14F-4D97-AF65-F5344CB8AC3E}">
        <p14:creationId xmlns:p14="http://schemas.microsoft.com/office/powerpoint/2010/main" val="528363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200</Words>
  <Application>Microsoft Office PowerPoint</Application>
  <PresentationFormat>Widescreen</PresentationFormat>
  <Paragraphs>136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sathwik</dc:creator>
  <cp:lastModifiedBy>sai sathwik</cp:lastModifiedBy>
  <cp:revision>1</cp:revision>
  <dcterms:created xsi:type="dcterms:W3CDTF">2026-07-17T06:43:59Z</dcterms:created>
  <dcterms:modified xsi:type="dcterms:W3CDTF">2026-07-17T12:19:13Z</dcterms:modified>
</cp:coreProperties>
</file>